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563129a18f4b05" /><Relationship Type="http://schemas.openxmlformats.org/officeDocument/2006/relationships/extended-properties" Target="/docProps/app.xml" Id="R62fe9810ef1040bb" /><Relationship Type="http://schemas.openxmlformats.org/officeDocument/2006/relationships/officeDocument" Target="/ppt/presentation.xml" Id="Rb5e3df4c81664bc1" /></Relationships>
</file>

<file path=ppt/presentation.xml><?xml version="1.0" encoding="utf-8"?>
<p:presentation xmlns:p="http://schemas.openxmlformats.org/presentationml/2006/main">
  <p:sldMasterIdLst>
    <p:sldMasterId xmlns:r="http://schemas.openxmlformats.org/officeDocument/2006/relationships" id="2147483648" r:id="Rb6718f9d36f5420e"/>
  </p:sldMasterIdLst>
  <p:notesMasterIdLst>
    <p:notesMasterId xmlns:r="http://schemas.openxmlformats.org/officeDocument/2006/relationships" r:id="R7b391625b6aa427d"/>
  </p:notesMasterIdLst>
  <p:sldIdLst>
    <p:sldId xmlns:r="http://schemas.openxmlformats.org/officeDocument/2006/relationships" id="256" r:id="Re8fef659a6964d24"/>
    <p:sldId xmlns:r="http://schemas.openxmlformats.org/officeDocument/2006/relationships" id="257" r:id="R375583db0c8f4d7b"/>
    <p:sldId xmlns:r="http://schemas.openxmlformats.org/officeDocument/2006/relationships" id="258" r:id="R1cf4fccdf9bc406e"/>
    <p:sldId xmlns:r="http://schemas.openxmlformats.org/officeDocument/2006/relationships" id="259" r:id="R4836fb031c774861"/>
    <p:sldId xmlns:r="http://schemas.openxmlformats.org/officeDocument/2006/relationships" id="260" r:id="R945a059e245541ee"/>
    <p:sldId xmlns:r="http://schemas.openxmlformats.org/officeDocument/2006/relationships" id="261" r:id="R5ba1101e1b1f483d"/>
    <p:sldId xmlns:r="http://schemas.openxmlformats.org/officeDocument/2006/relationships" id="262" r:id="Re1cf87059e3c426c"/>
    <p:sldId xmlns:r="http://schemas.openxmlformats.org/officeDocument/2006/relationships" id="263" r:id="Re19e0ac4591f40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cccee98bd24c4f" /><Relationship Type="http://schemas.openxmlformats.org/officeDocument/2006/relationships/slideMaster" Target="/ppt/slideMasters/slideMaster1.xml" Id="Rb6718f9d36f5420e" /><Relationship Type="http://schemas.openxmlformats.org/officeDocument/2006/relationships/notesMaster" Target="/ppt/notesMasters/notesMaster1.xml" Id="R7b391625b6aa427d" /><Relationship Type="http://schemas.openxmlformats.org/officeDocument/2006/relationships/presProps" Target="/ppt/presProps.xml" Id="R02b8ecc4cf1445d4" /><Relationship Type="http://schemas.openxmlformats.org/officeDocument/2006/relationships/tableStyles" Target="/ppt/tableStyles.xml" Id="Reacca592cfd34bc5" /><Relationship Type="http://schemas.openxmlformats.org/officeDocument/2006/relationships/slide" Target="/ppt/slides/slide1.xml" Id="Re8fef659a6964d24" /><Relationship Type="http://schemas.openxmlformats.org/officeDocument/2006/relationships/slide" Target="/ppt/slides/slide2.xml" Id="R375583db0c8f4d7b" /><Relationship Type="http://schemas.openxmlformats.org/officeDocument/2006/relationships/slide" Target="/ppt/slides/slide3.xml" Id="R1cf4fccdf9bc406e" /><Relationship Type="http://schemas.openxmlformats.org/officeDocument/2006/relationships/slide" Target="/ppt/slides/slide4.xml" Id="R4836fb031c774861" /><Relationship Type="http://schemas.openxmlformats.org/officeDocument/2006/relationships/slide" Target="/ppt/slides/slide5.xml" Id="R945a059e245541ee" /><Relationship Type="http://schemas.openxmlformats.org/officeDocument/2006/relationships/slide" Target="/ppt/slides/slide6.xml" Id="R5ba1101e1b1f483d" /><Relationship Type="http://schemas.openxmlformats.org/officeDocument/2006/relationships/slide" Target="/ppt/slides/slide7.xml" Id="Re1cf87059e3c426c" /><Relationship Type="http://schemas.openxmlformats.org/officeDocument/2006/relationships/slide" Target="/ppt/slides/slide8.xml" Id="Re19e0ac4591f40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86ba49f0544a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c7e5ff96984f9b" /><Relationship Type="http://schemas.openxmlformats.org/officeDocument/2006/relationships/notesMaster" Target="/ppt/notesMasters/notesMaster1.xml" Id="R02ba454c3fcf4f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6516bd6cda4c19" /><Relationship Type="http://schemas.openxmlformats.org/officeDocument/2006/relationships/notesMaster" Target="/ppt/notesMasters/notesMaster1.xml" Id="R3080d3144e9049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0022de94e74cba" /><Relationship Type="http://schemas.openxmlformats.org/officeDocument/2006/relationships/notesMaster" Target="/ppt/notesMasters/notesMaster1.xml" Id="Rbe4a71bb30134e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16ac1bce9d4cc5" /><Relationship Type="http://schemas.openxmlformats.org/officeDocument/2006/relationships/notesMaster" Target="/ppt/notesMasters/notesMaster1.xml" Id="R68a68121791541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98db4f772b4383" /><Relationship Type="http://schemas.openxmlformats.org/officeDocument/2006/relationships/notesMaster" Target="/ppt/notesMasters/notesMaster1.xml" Id="R72e782153e984b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f8f751a8cf43ca" /><Relationship Type="http://schemas.openxmlformats.org/officeDocument/2006/relationships/notesMaster" Target="/ppt/notesMasters/notesMaster1.xml" Id="R7fa7be60fa1c4c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75bcaf6ef9473f" /><Relationship Type="http://schemas.openxmlformats.org/officeDocument/2006/relationships/notesMaster" Target="/ppt/notesMasters/notesMaster1.xml" Id="R5e39d067b30744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25a0c4b0314ab4" /><Relationship Type="http://schemas.openxmlformats.org/officeDocument/2006/relationships/notesMaster" Target="/ppt/notesMasters/notesMaster1.xml" Id="R0e79a73ce0804a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a:t>
            </a:r>
          </a:p>
          <a:p xmlns:a="http://schemas.openxmlformats.org/drawingml/2006/main">
            <a:r>
              <a:t/>
            </a:r>
          </a:p>
          <a:p xmlns:a="http://schemas.openxmlformats.org/drawingml/2006/main">
            <a:r>
              <a:t>Представляем qadam, помощник по коротким прогулкам в Астане. Мы реализовали только первую задачу хакатона. Пользователь выбирает район, время и интерес, а система предлагает до трех конкретных мест. Главное для нас: полезная рекомендация должна учитывать погодный контекст и объяснять, из каких данных она получилась. Сегодня покажем работающий подбор и честно обозначим границы прототипа.</a:t>
            </a:r>
          </a:p>
          <a:p xmlns:a="http://schemas.openxmlformats.org/drawingml/2006/main">
            <a:r>
              <a:t/>
            </a:r>
          </a:p>
          <a:p xmlns:a="http://schemas.openxmlformats.org/drawingml/2006/main">
            <a:r>
              <a:t>Источники: Фото: Dauren Nabijan, CC0, https://commons.wikimedia.org/wiki/File:Astana_Esil_view.jpg . Требования: первая задача документа хакатона.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a:t>
            </a:r>
          </a:p>
          <a:p xmlns:a="http://schemas.openxmlformats.org/drawingml/2006/main">
            <a:r>
              <a:t/>
            </a:r>
          </a:p>
          <a:p xmlns:a="http://schemas.openxmlformats.org/drawingml/2006/main">
            <a:r>
              <a:t>Начинаем с конкретной ситуации: человек оказался возле Экспо и располагает часом. В демонстрационном сценарии на улице минус двадцать пять. Список популярных мест сам по себе мало помогает. Нужно понять, подходит ли помещение, успеет ли человек добраться и сколько времени стоит заложить на посещение. Наша аудитория включает гостей, которым незнаком город, и жителей, которые хотят провести свободное время рядом. Температура здесь является условием демо, а не заявлением о сегодняшней погоде.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1:15–2:05</a:t>
            </a:r>
          </a:p>
          <a:p xmlns:a="http://schemas.openxmlformats.org/drawingml/2006/main">
            <a:r>
              <a:t/>
            </a:r>
          </a:p>
          <a:p xmlns:a="http://schemas.openxmlformats.org/drawingml/2006/main">
            <a:r>
              <a:t>В интерфейсе задаем район, погодный режим и настроение прогулки. Геолокация нужна только по желанию. Результат содержит от одного до трех мест. Для каждого видны причина выбора, примерная длительность и действия на месте. Рекомендации являются альтернативами, а не обещанием пройти все точки за один час. Схема помогает понять взаимное расположение. За точным маршрутом пользователь переходит в навигационный сервис. Ссылки на источники позволяют проверить режим работы и доступность перед выходом. Можно сохранить понравившееся место в избранное.</a:t>
            </a:r>
          </a:p>
          <a:p xmlns:a="http://schemas.openxmlformats.org/drawingml/2006/main">
            <a:r>
              <a:t/>
            </a:r>
          </a:p>
          <a:p xmlns:a="http://schemas.openxmlformats.org/drawingml/2006/main">
            <a:r>
              <a:t>Источники: Скриншот локально запущенного приложения qadam.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2:05–3:00</a:t>
            </a:r>
          </a:p>
          <a:p xmlns:a="http://schemas.openxmlformats.org/drawingml/2006/main">
            <a:r>
              <a:t/>
            </a:r>
          </a:p>
          <a:p xmlns:a="http://schemas.openxmlformats.org/drawingml/2006/main">
            <a:r>
              <a:t>Каталог готовится до обращения пользователя. Сервер сначала проверяет вход и применяет погодные ограничения. Затем текстовый поиск сопоставляет запрос с названиями, описаниями и тегами, учитывает русские синонимы, интерес и расстояние. Мы не заявляем наличие векторной базы. Найденные записи становятся контекстом для модели. Точные координаты и исходный текст запроса пользователя внешней модели не передаются. Итоговые идентификаторы проверяются по допустимому набору, а фактические поля карточек берутся из каталога. Без API-ключа тот же поиск работает с шаблонными объяснениями. Это честно подписанный режим, он не означает, что LLM уже вызвана.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3:00–3:50</a:t>
            </a:r>
          </a:p>
          <a:p xmlns:a="http://schemas.openxmlformats.org/drawingml/2006/main">
            <a:r>
              <a:t/>
            </a:r>
          </a:p>
          <a:p xmlns:a="http://schemas.openxmlformats.org/drawingml/2006/main">
            <a:r>
              <a:t>Сбор данных автоматизирован, но сам по себе сбор не доказывает, что объект принимает посетителей сейчас. Поэтому мы сохраняем происхождение данных, используем редакционное обогащение и отчет о работе источников. Часть координат ориентировочная и маркируется. Мы не придумываем рейтинг и не считаем отсутствие часов признаком открытого места. Показательный пример связан с Нур Алем: официальный источник сообщает, что прежний Музей энергии будущего завершил прием посетителей в декабре 2024 года. В здании действует alem.ai и открыт Музей Сингулярности. Такой конфликт требует исправления каталога и ссылки на первоисточник. Партнерские сервисы пока доступны через внешние ссылки.</a:t>
            </a:r>
          </a:p>
          <a:p xmlns:a="http://schemas.openxmlformats.org/drawingml/2006/main">
            <a:r>
              <a:t/>
            </a:r>
          </a:p>
          <a:p xmlns:a="http://schemas.openxmlformats.org/drawingml/2006/main">
            <a:r>
              <a:t>Источники: https://qazexpocongress.kz/ru/nur-alem/ , проверено 18.10.2026. data/collection-report.json.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3:50–4:35</a:t>
            </a:r>
          </a:p>
          <a:p xmlns:a="http://schemas.openxmlformats.org/drawingml/2006/main">
            <a:r>
              <a:t/>
            </a:r>
          </a:p>
          <a:p xmlns:a="http://schemas.openxmlformats.org/drawingml/2006/main">
            <a:r>
              <a:t>Приватность начинается с выбора: точная геолокация запрашивается после действия пользователя и разрешения браузера. Можно работать с районом. Сервер приложения использует координаты для текущего поиска, но история перемещений не создается. В localStorage остаются только идентификаторы избранных мест. При развертывании в облаке запрос обрабатывает сервер хостинга, поэтому это не полностью обработка на устройстве. Погодные ограничения выполняются до генерации. При этом даже рекомендация помещения не гарантирует безопасную дорогу до него. Мы отдельно обозначаем отсутствие проверки входов, гололеда и доступности для колясок.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4:35–5:15</a:t>
            </a:r>
          </a:p>
          <a:p xmlns:a="http://schemas.openxmlformats.org/drawingml/2006/main">
            <a:r>
              <a:t/>
            </a:r>
          </a:p>
          <a:p xmlns:a="http://schemas.openxmlformats.org/drawingml/2006/main">
            <a:r>
              <a:t>Для приемки предусмотрены воспроизводимые зимний и летний сценарии. Мы проверяем, что ограничения влияют на выбор мест, а ответ сохраняет требуемые поля. Отдельные случаи проверяют отказ в геолокации, отсутствие часов и рейтинга, попытку отменить правила текстом и недоступность внешних сервисов. Пустой результат лучше выдуманной точки. Команды тестов, проверки типов, сборки и smoke-проверки описаны в README. Успешная сборка не подтверждает вызов LLM с реальным ключом, поэтому этот шаг выделен отдельно.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5:15–6:05</a:t>
            </a:r>
          </a:p>
          <a:p xmlns:a="http://schemas.openxmlformats.org/drawingml/2006/main">
            <a:r>
              <a:t/>
            </a:r>
          </a:p>
          <a:p xmlns:a="http://schemas.openxmlformats.org/drawingml/2006/main">
            <a:r>
              <a:t>Бизнес-идея пока является гипотезой. Пользователь получает быстрый выбор, а партнеры потенциально получают переходы с понятным намерением. Можно проверить предложение для отелей и городских сервисов. У нас нет подтвержденных партнерств, измеренного спроса и рассчитанной экономики. Если появятся платные рекомендации, они должны иметь явную маркировку и не отменять погодные ограничения. Ближайший шаг развития: проверить каталог и входы, затем подключить реальную пешеходную маршрутизацию и доступные по разрешению источники событий. После этого провести пилот с пользователями и оценить, насколько часто человек действительно выбирает предложенное место.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0025c079ba43e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2dcb69b5a6348a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b0a925774b470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6b710d9a8574d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b14bf331297466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c984c52a6144c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BBE1B7-BB57-4628-B4BA-A961F5F608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44AD5A3-FA74-4628-BD65-09E568AD66C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B6D5A2E-D6C3-4099-A252-3C1F9024DCC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A2A25F-75F8-43DE-90D9-2B9B0FBE14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542BDE9-AEC6-4895-B497-963C1500044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6CAC4C5-F1AF-4226-807F-D8C9F6E71A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8D1FDB-53BF-401C-979F-52D2AB0D2C6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055B33-ECBD-492F-82F9-D8682800EDD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3E8EAC-0BC3-4533-949F-38B3B2A23D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119BA0-2706-44EF-A61B-66817E54972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642312eb934cf1" /><Relationship Type="http://schemas.openxmlformats.org/officeDocument/2006/relationships/slideLayout" Target="/ppt/slideLayouts/slideLayout1.xml" Id="Rf35f96ea86d244c7" /><Relationship Type="http://schemas.openxmlformats.org/officeDocument/2006/relationships/slideLayout" Target="/ppt/slideLayouts/slideLayout2.xml" Id="R306a987b3f01480b" /><Relationship Type="http://schemas.openxmlformats.org/officeDocument/2006/relationships/slideLayout" Target="/ppt/slideLayouts/slideLayout3.xml" Id="R65e06e7de96049a2" /><Relationship Type="http://schemas.openxmlformats.org/officeDocument/2006/relationships/slideLayout" Target="/ppt/slideLayouts/slideLayout4.xml" Id="R89a01a8948b948c8" /><Relationship Type="http://schemas.openxmlformats.org/officeDocument/2006/relationships/slideLayout" Target="/ppt/slideLayouts/slideLayout5.xml" Id="R78313dee3898452e" /><Relationship Type="http://schemas.openxmlformats.org/officeDocument/2006/relationships/slideLayout" Target="/ppt/slideLayouts/slideLayout6.xml" Id="R0e9e2028b0bb48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5f96ea86d244c7"/>
    <p:sldLayoutId xmlns:r="http://schemas.openxmlformats.org/officeDocument/2006/relationships" id="2147483650" r:id="R306a987b3f01480b"/>
    <p:sldLayoutId xmlns:r="http://schemas.openxmlformats.org/officeDocument/2006/relationships" id="2147483651" r:id="R65e06e7de96049a2"/>
    <p:sldLayoutId xmlns:r="http://schemas.openxmlformats.org/officeDocument/2006/relationships" id="2147483652" r:id="R89a01a8948b948c8"/>
    <p:sldLayoutId xmlns:r="http://schemas.openxmlformats.org/officeDocument/2006/relationships" id="2147483653" r:id="R78313dee3898452e"/>
    <p:sldLayoutId xmlns:r="http://schemas.openxmlformats.org/officeDocument/2006/relationships" id="2147483654" r:id="R0e9e2028b0bb48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298c9f0dd35438a" /><Relationship Type="http://schemas.openxmlformats.org/officeDocument/2006/relationships/image" Target="/ppt/media/image.jpeg" Id="R63145fc042784765" /><Relationship Type="http://schemas.openxmlformats.org/officeDocument/2006/relationships/notesSlide" Target="/ppt/notesSlides/notesSlide1.xml" Id="R83fa948d772a4f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2780b3dfb094275" /><Relationship Type="http://schemas.openxmlformats.org/officeDocument/2006/relationships/notesSlide" Target="/ppt/notesSlides/notesSlide2.xml" Id="Rd012c807b10445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9aff803cf4c4c8b" /><Relationship Type="http://schemas.openxmlformats.org/officeDocument/2006/relationships/image" Target="/ppt/media/image2.jpeg" Id="Rcb5a5dc42c63423a" /><Relationship Type="http://schemas.openxmlformats.org/officeDocument/2006/relationships/notesSlide" Target="/ppt/notesSlides/notesSlide3.xml" Id="Ref48586374584c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ffab50bd1a8402c" /><Relationship Type="http://schemas.openxmlformats.org/officeDocument/2006/relationships/notesSlide" Target="/ppt/notesSlides/notesSlide4.xml" Id="R03aada017e1144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ee17fd2e53a440d" /><Relationship Type="http://schemas.openxmlformats.org/officeDocument/2006/relationships/notesSlide" Target="/ppt/notesSlides/notesSlide5.xml" Id="R2ef6728289d540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b946255fb254656" /><Relationship Type="http://schemas.openxmlformats.org/officeDocument/2006/relationships/notesSlide" Target="/ppt/notesSlides/notesSlide6.xml" Id="Rbdf5ef311dcc44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888c5138bab45fe" /><Relationship Type="http://schemas.openxmlformats.org/officeDocument/2006/relationships/notesSlide" Target="/ppt/notesSlides/notesSlide7.xml" Id="Rd85e0d140d1a40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ce35612c0a54124" /><Relationship Type="http://schemas.openxmlformats.org/officeDocument/2006/relationships/notesSlide" Target="/ppt/notesSlides/notesSlide8.xml" Id="Ra3157d5ad5654765" /></Relationships>
</file>

<file path=ppt/slides/slide1.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B1E6F0F5-CE04-44E8-BBDE-91E231FDD37C}"/>
              </a:ext>
            </a:extLst>
          </p:cNvPr>
          <p:cNvPicPr>
            <a:picLocks xmlns:a="http://schemas.openxmlformats.org/drawingml/2006/main" noChangeAspect="1"/>
          </p:cNvPicPr>
          <p:nvPr/>
        </p:nvPicPr>
        <p:blipFill>
          <a:blip xmlns:r="http://schemas.openxmlformats.org/officeDocument/2006/relationships" xmlns:a="http://schemas.openxmlformats.org/drawingml/2006/main" r:embed="R63145fc042784765"/>
          <a:srcRect xmlns:a="http://schemas.openxmlformats.org/drawingml/2006/main" l="20833" t="0" r="20833"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AFB1071-C2C7-43C6-BC83-4C9B30B6B132}"/>
              </a:ext>
            </a:extLst>
          </p:cNvPr>
          <p:cNvSpPr>
            <a:spLocks xmlns:a="http://schemas.openxmlformats.org/drawingml/2006/main" noGrp="1"/>
          </p:cNvSpPr>
          <p:nvPr/>
        </p:nvSpPr>
        <p:spPr>
          <a:xfrm xmlns:a="http://schemas.openxmlformats.org/drawingml/2006/main">
            <a:off x="685800" y="66675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050" b="0">
                <a:solidFill>
                  <a:srgbClr val="174F3B"/>
                </a:solidFill>
                <a:latin typeface="Georgia"/>
                <a:ea typeface="Georgia"/>
                <a:cs typeface="Georgia"/>
              </a:defRPr>
            </a:defPPr>
            <a:lvl1pPr>
              <a:defRPr sz="7050" b="0">
                <a:solidFill>
                  <a:srgbClr val="174F3B"/>
                </a:solidFill>
                <a:latin typeface="Georgia"/>
                <a:ea typeface="Georgia"/>
                <a:cs typeface="Georgia"/>
              </a:defRPr>
            </a:lvl1pPr>
            <a:lvl2pPr>
              <a:defRPr sz="7050" b="0">
                <a:solidFill>
                  <a:srgbClr val="174F3B"/>
                </a:solidFill>
                <a:latin typeface="Georgia"/>
                <a:ea typeface="Georgia"/>
                <a:cs typeface="Georgia"/>
              </a:defRPr>
            </a:lvl2pPr>
            <a:lvl3pPr>
              <a:defRPr sz="7050" b="0">
                <a:solidFill>
                  <a:srgbClr val="174F3B"/>
                </a:solidFill>
                <a:latin typeface="Georgia"/>
                <a:ea typeface="Georgia"/>
                <a:cs typeface="Georgia"/>
              </a:defRPr>
            </a:lvl3pPr>
            <a:lvl4pPr>
              <a:defRPr sz="7050" b="0">
                <a:solidFill>
                  <a:srgbClr val="174F3B"/>
                </a:solidFill>
                <a:latin typeface="Georgia"/>
                <a:ea typeface="Georgia"/>
                <a:cs typeface="Georgia"/>
              </a:defRPr>
            </a:lvl4pPr>
            <a:lvl5pPr>
              <a:defRPr sz="7050" b="0">
                <a:solidFill>
                  <a:srgbClr val="174F3B"/>
                </a:solidFill>
                <a:latin typeface="Georgia"/>
                <a:ea typeface="Georgia"/>
                <a:cs typeface="Georgia"/>
              </a:defRPr>
            </a:lvl5pPr>
            <a:lvl6pPr>
              <a:defRPr sz="7050" b="0">
                <a:solidFill>
                  <a:srgbClr val="174F3B"/>
                </a:solidFill>
                <a:latin typeface="Georgia"/>
                <a:ea typeface="Georgia"/>
                <a:cs typeface="Georgia"/>
              </a:defRPr>
            </a:lvl6pPr>
            <a:lvl7pPr>
              <a:defRPr sz="7050" b="0">
                <a:solidFill>
                  <a:srgbClr val="174F3B"/>
                </a:solidFill>
                <a:latin typeface="Georgia"/>
                <a:ea typeface="Georgia"/>
                <a:cs typeface="Georgia"/>
              </a:defRPr>
            </a:lvl7pPr>
            <a:lvl8pPr>
              <a:defRPr sz="7050" b="0">
                <a:solidFill>
                  <a:srgbClr val="174F3B"/>
                </a:solidFill>
                <a:latin typeface="Georgia"/>
                <a:ea typeface="Georgia"/>
                <a:cs typeface="Georgia"/>
              </a:defRPr>
            </a:lvl8pPr>
            <a:lvl9pPr>
              <a:defRPr sz="7050" b="0">
                <a:solidFill>
                  <a:srgbClr val="174F3B"/>
                </a:solidFill>
                <a:latin typeface="Georgia"/>
                <a:ea typeface="Georgia"/>
                <a:cs typeface="Georgia"/>
              </a:defRPr>
            </a:lvl9pPr>
          </a:lstStyle>
          <a:p xmlns:a="http://schemas.openxmlformats.org/drawingml/2006/main">
            <a:pPr>
              <a:defRPr sz="7050" b="0">
                <a:solidFill>
                  <a:srgbClr val="174F3B"/>
                </a:solidFill>
                <a:latin typeface="Georgia"/>
                <a:ea typeface="Georgia"/>
                <a:cs typeface="Georgia"/>
              </a:defRPr>
            </a:pPr>
            <a:r>
              <a:rPr sz="7050" b="0">
                <a:solidFill>
                  <a:srgbClr val="174F3B"/>
                </a:solidFill>
                <a:latin typeface="Georgia"/>
                <a:ea typeface="Georgia"/>
                <a:cs typeface="Georgia"/>
              </a:rPr>
              <a:t>qadam</a:t>
            </a:r>
          </a:p>
        </p:txBody>
      </p:sp>
      <p:sp>
        <p:nvSpPr>
          <p:cNvPr id="3" name="">
            <a:extLst xmlns:a="http://schemas.openxmlformats.org/drawingml/2006/main">
              <a:ext uri="{FF2B5EF4-FFF2-40B4-BE49-F238E27FC236}">
                <a16:creationId xmlns:a16="http://schemas.microsoft.com/office/drawing/2014/main" id="{3FA84B7D-298D-4FCE-B738-FC745245B848}"/>
              </a:ext>
            </a:extLst>
          </p:cNvPr>
          <p:cNvSpPr>
            <a:spLocks xmlns:a="http://schemas.openxmlformats.org/drawingml/2006/main" noGrp="1"/>
          </p:cNvSpPr>
          <p:nvPr/>
        </p:nvSpPr>
        <p:spPr>
          <a:xfrm xmlns:a="http://schemas.openxmlformats.org/drawingml/2006/main">
            <a:off x="685800" y="2400300"/>
            <a:ext cx="5095875"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0">
                <a:solidFill>
                  <a:srgbClr val="243B32"/>
                </a:solidFill>
                <a:latin typeface="Georgia"/>
                <a:ea typeface="Georgia"/>
                <a:cs typeface="Georgia"/>
              </a:defRPr>
            </a:defPPr>
            <a:lvl1pPr>
              <a:defRPr sz="4050" b="0">
                <a:solidFill>
                  <a:srgbClr val="243B32"/>
                </a:solidFill>
                <a:latin typeface="Georgia"/>
                <a:ea typeface="Georgia"/>
                <a:cs typeface="Georgia"/>
              </a:defRPr>
            </a:lvl1pPr>
            <a:lvl2pPr>
              <a:defRPr sz="4050" b="0">
                <a:solidFill>
                  <a:srgbClr val="243B32"/>
                </a:solidFill>
                <a:latin typeface="Georgia"/>
                <a:ea typeface="Georgia"/>
                <a:cs typeface="Georgia"/>
              </a:defRPr>
            </a:lvl2pPr>
            <a:lvl3pPr>
              <a:defRPr sz="4050" b="0">
                <a:solidFill>
                  <a:srgbClr val="243B32"/>
                </a:solidFill>
                <a:latin typeface="Georgia"/>
                <a:ea typeface="Georgia"/>
                <a:cs typeface="Georgia"/>
              </a:defRPr>
            </a:lvl3pPr>
            <a:lvl4pPr>
              <a:defRPr sz="4050" b="0">
                <a:solidFill>
                  <a:srgbClr val="243B32"/>
                </a:solidFill>
                <a:latin typeface="Georgia"/>
                <a:ea typeface="Georgia"/>
                <a:cs typeface="Georgia"/>
              </a:defRPr>
            </a:lvl4pPr>
            <a:lvl5pPr>
              <a:defRPr sz="4050" b="0">
                <a:solidFill>
                  <a:srgbClr val="243B32"/>
                </a:solidFill>
                <a:latin typeface="Georgia"/>
                <a:ea typeface="Georgia"/>
                <a:cs typeface="Georgia"/>
              </a:defRPr>
            </a:lvl5pPr>
            <a:lvl6pPr>
              <a:defRPr sz="4050" b="0">
                <a:solidFill>
                  <a:srgbClr val="243B32"/>
                </a:solidFill>
                <a:latin typeface="Georgia"/>
                <a:ea typeface="Georgia"/>
                <a:cs typeface="Georgia"/>
              </a:defRPr>
            </a:lvl6pPr>
            <a:lvl7pPr>
              <a:defRPr sz="4050" b="0">
                <a:solidFill>
                  <a:srgbClr val="243B32"/>
                </a:solidFill>
                <a:latin typeface="Georgia"/>
                <a:ea typeface="Georgia"/>
                <a:cs typeface="Georgia"/>
              </a:defRPr>
            </a:lvl7pPr>
            <a:lvl8pPr>
              <a:defRPr sz="4050" b="0">
                <a:solidFill>
                  <a:srgbClr val="243B32"/>
                </a:solidFill>
                <a:latin typeface="Georgia"/>
                <a:ea typeface="Georgia"/>
                <a:cs typeface="Georgia"/>
              </a:defRPr>
            </a:lvl8pPr>
            <a:lvl9pPr>
              <a:defRPr sz="4050" b="0">
                <a:solidFill>
                  <a:srgbClr val="243B32"/>
                </a:solidFill>
                <a:latin typeface="Georgia"/>
                <a:ea typeface="Georgia"/>
                <a:cs typeface="Georgia"/>
              </a:defRPr>
            </a:lvl9pPr>
          </a:lstStyle>
          <a:p xmlns:a="http://schemas.openxmlformats.org/drawingml/2006/main">
            <a:pPr>
              <a:defRPr sz="4050" b="0">
                <a:solidFill>
                  <a:srgbClr val="243B32"/>
                </a:solidFill>
                <a:latin typeface="Georgia"/>
                <a:ea typeface="Georgia"/>
                <a:cs typeface="Georgia"/>
              </a:defRPr>
            </a:pPr>
            <a:r>
              <a:rPr sz="4050" b="0">
                <a:solidFill>
                  <a:srgbClr val="243B32"/>
                </a:solidFill>
                <a:latin typeface="Georgia"/>
                <a:ea typeface="Georgia"/>
                <a:cs typeface="Georgia"/>
              </a:rPr>
              <a:t>ИИ-помощник</a:t>
            </a:r>
          </a:p>
          <a:p xmlns:a="http://schemas.openxmlformats.org/drawingml/2006/main">
            <a:pPr>
              <a:defRPr sz="4050" b="0">
                <a:solidFill>
                  <a:srgbClr val="243B32"/>
                </a:solidFill>
                <a:latin typeface="Georgia"/>
                <a:ea typeface="Georgia"/>
                <a:cs typeface="Georgia"/>
              </a:defRPr>
            </a:pPr>
            <a:r>
              <a:rPr sz="4050" b="0">
                <a:solidFill>
                  <a:srgbClr val="243B32"/>
                </a:solidFill>
                <a:latin typeface="Georgia"/>
                <a:ea typeface="Georgia"/>
                <a:cs typeface="Georgia"/>
              </a:rPr>
              <a:t>по прогулкам</a:t>
            </a:r>
          </a:p>
          <a:p xmlns:a="http://schemas.openxmlformats.org/drawingml/2006/main">
            <a:pPr>
              <a:defRPr sz="4050" b="0">
                <a:solidFill>
                  <a:srgbClr val="243B32"/>
                </a:solidFill>
                <a:latin typeface="Georgia"/>
                <a:ea typeface="Georgia"/>
                <a:cs typeface="Georgia"/>
              </a:defRPr>
            </a:pPr>
            <a:r>
              <a:rPr sz="4050" b="0">
                <a:solidFill>
                  <a:srgbClr val="243B32"/>
                </a:solidFill>
                <a:latin typeface="Georgia"/>
                <a:ea typeface="Georgia"/>
                <a:cs typeface="Georgia"/>
              </a:rPr>
              <a:t>в Астане</a:t>
            </a:r>
          </a:p>
        </p:txBody>
      </p:sp>
      <p:sp>
        <p:nvSpPr>
          <p:cNvPr id="4" name="">
            <a:extLst xmlns:a="http://schemas.openxmlformats.org/drawingml/2006/main">
              <a:ext uri="{FF2B5EF4-FFF2-40B4-BE49-F238E27FC236}">
                <a16:creationId xmlns:a16="http://schemas.microsoft.com/office/drawing/2014/main" id="{56FBE9B0-39B6-4057-BC63-7FE3FB98E5E1}"/>
              </a:ext>
            </a:extLst>
          </p:cNvPr>
          <p:cNvSpPr>
            <a:spLocks xmlns:a="http://schemas.openxmlformats.org/drawingml/2006/main" noGrp="1"/>
          </p:cNvSpPr>
          <p:nvPr/>
        </p:nvSpPr>
        <p:spPr>
          <a:xfrm xmlns:a="http://schemas.openxmlformats.org/drawingml/2006/main">
            <a:off x="704850" y="53911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07269"/>
                </a:solidFill>
                <a:latin typeface="Arial"/>
                <a:ea typeface="Arial"/>
                <a:cs typeface="Arial"/>
              </a:defRPr>
            </a:defPPr>
            <a:lvl1pPr>
              <a:defRPr sz="1800" b="0">
                <a:solidFill>
                  <a:srgbClr val="607269"/>
                </a:solidFill>
                <a:latin typeface="Arial"/>
                <a:ea typeface="Arial"/>
                <a:cs typeface="Arial"/>
              </a:defRPr>
            </a:lvl1pPr>
            <a:lvl2pPr>
              <a:defRPr sz="1800" b="0">
                <a:solidFill>
                  <a:srgbClr val="607269"/>
                </a:solidFill>
                <a:latin typeface="Arial"/>
                <a:ea typeface="Arial"/>
                <a:cs typeface="Arial"/>
              </a:defRPr>
            </a:lvl2pPr>
            <a:lvl3pPr>
              <a:defRPr sz="1800" b="0">
                <a:solidFill>
                  <a:srgbClr val="607269"/>
                </a:solidFill>
                <a:latin typeface="Arial"/>
                <a:ea typeface="Arial"/>
                <a:cs typeface="Arial"/>
              </a:defRPr>
            </a:lvl3pPr>
            <a:lvl4pPr>
              <a:defRPr sz="1800" b="0">
                <a:solidFill>
                  <a:srgbClr val="607269"/>
                </a:solidFill>
                <a:latin typeface="Arial"/>
                <a:ea typeface="Arial"/>
                <a:cs typeface="Arial"/>
              </a:defRPr>
            </a:lvl4pPr>
            <a:lvl5pPr>
              <a:defRPr sz="1800" b="0">
                <a:solidFill>
                  <a:srgbClr val="607269"/>
                </a:solidFill>
                <a:latin typeface="Arial"/>
                <a:ea typeface="Arial"/>
                <a:cs typeface="Arial"/>
              </a:defRPr>
            </a:lvl5pPr>
            <a:lvl6pPr>
              <a:defRPr sz="1800" b="0">
                <a:solidFill>
                  <a:srgbClr val="607269"/>
                </a:solidFill>
                <a:latin typeface="Arial"/>
                <a:ea typeface="Arial"/>
                <a:cs typeface="Arial"/>
              </a:defRPr>
            </a:lvl6pPr>
            <a:lvl7pPr>
              <a:defRPr sz="1800" b="0">
                <a:solidFill>
                  <a:srgbClr val="607269"/>
                </a:solidFill>
                <a:latin typeface="Arial"/>
                <a:ea typeface="Arial"/>
                <a:cs typeface="Arial"/>
              </a:defRPr>
            </a:lvl7pPr>
            <a:lvl8pPr>
              <a:defRPr sz="1800" b="0">
                <a:solidFill>
                  <a:srgbClr val="607269"/>
                </a:solidFill>
                <a:latin typeface="Arial"/>
                <a:ea typeface="Arial"/>
                <a:cs typeface="Arial"/>
              </a:defRPr>
            </a:lvl8pPr>
            <a:lvl9pPr>
              <a:defRPr sz="1800" b="0">
                <a:solidFill>
                  <a:srgbClr val="607269"/>
                </a:solidFill>
                <a:latin typeface="Arial"/>
                <a:ea typeface="Arial"/>
                <a:cs typeface="Arial"/>
              </a:defRPr>
            </a:lvl9pPr>
          </a:lstStyle>
          <a:p xmlns:a="http://schemas.openxmlformats.org/drawingml/2006/main">
            <a:pPr>
              <a:defRPr sz="1800" b="0">
                <a:solidFill>
                  <a:srgbClr val="607269"/>
                </a:solidFill>
                <a:latin typeface="Arial"/>
                <a:ea typeface="Arial"/>
                <a:cs typeface="Arial"/>
              </a:defRPr>
            </a:pPr>
            <a:r>
              <a:rPr sz="1800" b="0">
                <a:solidFill>
                  <a:srgbClr val="607269"/>
                </a:solidFill>
                <a:latin typeface="Arial"/>
                <a:ea typeface="Arial"/>
                <a:cs typeface="Arial"/>
              </a:rPr>
              <a:t>Первая задача хакатона</a:t>
            </a:r>
          </a:p>
          <a:p xmlns:a="http://schemas.openxmlformats.org/drawingml/2006/main">
            <a:pPr>
              <a:defRPr sz="1800" b="0">
                <a:solidFill>
                  <a:srgbClr val="607269"/>
                </a:solidFill>
                <a:latin typeface="Arial"/>
                <a:ea typeface="Arial"/>
                <a:cs typeface="Arial"/>
              </a:defRPr>
            </a:pPr>
            <a:r>
              <a:rPr sz="1800" b="0">
                <a:solidFill>
                  <a:srgbClr val="607269"/>
                </a:solidFill>
                <a:latin typeface="Arial"/>
                <a:ea typeface="Arial"/>
                <a:cs typeface="Arial"/>
              </a:rPr>
              <a:t>Рабочий прототип на RAG</a:t>
            </a:r>
          </a:p>
        </p:txBody>
      </p:sp>
    </p:spTree>
    <p:extLst>
      <p:ext uri="{BB962C8B-B14F-4D97-AF65-F5344CB8AC3E}">
        <p14:creationId xmlns:p14="http://schemas.microsoft.com/office/powerpoint/2010/main" val="503240922"/>
      </p:ext>
    </p:extLst>
  </p:cSld>
</p:sld>
</file>

<file path=ppt/slides/slide2.xml><?xml version="1.0" encoding="utf-8"?>
<p:sld xmlns:p="http://schemas.openxmlformats.org/presentationml/2006/main">
  <p:cSld>
    <p:bg>
      <p:bgPr>
        <a:solidFill xmlns:a="http://schemas.openxmlformats.org/drawingml/2006/main">
          <a:srgbClr val="174F3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8642F5B-0003-491B-9E18-76B87C49006D}"/>
              </a:ext>
            </a:extLst>
          </p:cNvPr>
          <p:cNvSpPr>
            <a:spLocks xmlns:a="http://schemas.openxmlformats.org/drawingml/2006/main" noGrp="1"/>
          </p:cNvSpPr>
          <p:nvPr/>
        </p:nvSpPr>
        <p:spPr>
          <a:xfrm xmlns:a="http://schemas.openxmlformats.org/drawingml/2006/main">
            <a:off x="685800" y="5334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F8F8F2"/>
                </a:solidFill>
                <a:latin typeface="Georgia"/>
                <a:ea typeface="Georgia"/>
                <a:cs typeface="Georgia"/>
              </a:defRPr>
            </a:defPPr>
            <a:lvl1pPr>
              <a:defRPr sz="3300" b="0">
                <a:solidFill>
                  <a:srgbClr val="F8F8F2"/>
                </a:solidFill>
                <a:latin typeface="Georgia"/>
                <a:ea typeface="Georgia"/>
                <a:cs typeface="Georgia"/>
              </a:defRPr>
            </a:lvl1pPr>
            <a:lvl2pPr>
              <a:defRPr sz="3300" b="0">
                <a:solidFill>
                  <a:srgbClr val="F8F8F2"/>
                </a:solidFill>
                <a:latin typeface="Georgia"/>
                <a:ea typeface="Georgia"/>
                <a:cs typeface="Georgia"/>
              </a:defRPr>
            </a:lvl2pPr>
            <a:lvl3pPr>
              <a:defRPr sz="3300" b="0">
                <a:solidFill>
                  <a:srgbClr val="F8F8F2"/>
                </a:solidFill>
                <a:latin typeface="Georgia"/>
                <a:ea typeface="Georgia"/>
                <a:cs typeface="Georgia"/>
              </a:defRPr>
            </a:lvl3pPr>
            <a:lvl4pPr>
              <a:defRPr sz="3300" b="0">
                <a:solidFill>
                  <a:srgbClr val="F8F8F2"/>
                </a:solidFill>
                <a:latin typeface="Georgia"/>
                <a:ea typeface="Georgia"/>
                <a:cs typeface="Georgia"/>
              </a:defRPr>
            </a:lvl4pPr>
            <a:lvl5pPr>
              <a:defRPr sz="3300" b="0">
                <a:solidFill>
                  <a:srgbClr val="F8F8F2"/>
                </a:solidFill>
                <a:latin typeface="Georgia"/>
                <a:ea typeface="Georgia"/>
                <a:cs typeface="Georgia"/>
              </a:defRPr>
            </a:lvl5pPr>
            <a:lvl6pPr>
              <a:defRPr sz="3300" b="0">
                <a:solidFill>
                  <a:srgbClr val="F8F8F2"/>
                </a:solidFill>
                <a:latin typeface="Georgia"/>
                <a:ea typeface="Georgia"/>
                <a:cs typeface="Georgia"/>
              </a:defRPr>
            </a:lvl6pPr>
            <a:lvl7pPr>
              <a:defRPr sz="3300" b="0">
                <a:solidFill>
                  <a:srgbClr val="F8F8F2"/>
                </a:solidFill>
                <a:latin typeface="Georgia"/>
                <a:ea typeface="Georgia"/>
                <a:cs typeface="Georgia"/>
              </a:defRPr>
            </a:lvl7pPr>
            <a:lvl8pPr>
              <a:defRPr sz="3300" b="0">
                <a:solidFill>
                  <a:srgbClr val="F8F8F2"/>
                </a:solidFill>
                <a:latin typeface="Georgia"/>
                <a:ea typeface="Georgia"/>
                <a:cs typeface="Georgia"/>
              </a:defRPr>
            </a:lvl8pPr>
            <a:lvl9pPr>
              <a:defRPr sz="3300" b="0">
                <a:solidFill>
                  <a:srgbClr val="F8F8F2"/>
                </a:solidFill>
                <a:latin typeface="Georgia"/>
                <a:ea typeface="Georgia"/>
                <a:cs typeface="Georgia"/>
              </a:defRPr>
            </a:lvl9pPr>
          </a:lstStyle>
          <a:p xmlns:a="http://schemas.openxmlformats.org/drawingml/2006/main">
            <a:pPr>
              <a:defRPr sz="3300" b="0">
                <a:solidFill>
                  <a:srgbClr val="F8F8F2"/>
                </a:solidFill>
                <a:latin typeface="Georgia"/>
                <a:ea typeface="Georgia"/>
                <a:cs typeface="Georgia"/>
              </a:defRPr>
            </a:pPr>
            <a:r>
              <a:rPr sz="3300" b="0">
                <a:solidFill>
                  <a:srgbClr val="F8F8F2"/>
                </a:solidFill>
                <a:latin typeface="Georgia"/>
                <a:ea typeface="Georgia"/>
                <a:cs typeface="Georgia"/>
              </a:rPr>
              <a:t>Свободный час в городе</a:t>
            </a:r>
          </a:p>
        </p:txBody>
      </p:sp>
      <p:sp>
        <p:nvSpPr>
          <p:cNvPr id="2" name="">
            <a:extLst xmlns:a="http://schemas.openxmlformats.org/drawingml/2006/main">
              <a:ext uri="{FF2B5EF4-FFF2-40B4-BE49-F238E27FC236}">
                <a16:creationId xmlns:a16="http://schemas.microsoft.com/office/drawing/2014/main" id="{A4E35129-D515-4F02-BA1A-661FCF32EF79}"/>
              </a:ext>
            </a:extLst>
          </p:cNvPr>
          <p:cNvSpPr>
            <a:spLocks xmlns:a="http://schemas.openxmlformats.org/drawingml/2006/main" noGrp="1"/>
          </p:cNvSpPr>
          <p:nvPr/>
        </p:nvSpPr>
        <p:spPr>
          <a:xfrm xmlns:a="http://schemas.openxmlformats.org/drawingml/2006/main">
            <a:off x="685800" y="63341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D6E4D9"/>
                </a:solidFill>
                <a:latin typeface="Georgia"/>
                <a:ea typeface="Georgia"/>
                <a:cs typeface="Georgia"/>
              </a:defRPr>
            </a:defPPr>
            <a:lvl1pPr>
              <a:defRPr sz="1650" b="1">
                <a:solidFill>
                  <a:srgbClr val="D6E4D9"/>
                </a:solidFill>
                <a:latin typeface="Georgia"/>
                <a:ea typeface="Georgia"/>
                <a:cs typeface="Georgia"/>
              </a:defRPr>
            </a:lvl1pPr>
            <a:lvl2pPr>
              <a:defRPr sz="1650" b="1">
                <a:solidFill>
                  <a:srgbClr val="D6E4D9"/>
                </a:solidFill>
                <a:latin typeface="Georgia"/>
                <a:ea typeface="Georgia"/>
                <a:cs typeface="Georgia"/>
              </a:defRPr>
            </a:lvl2pPr>
            <a:lvl3pPr>
              <a:defRPr sz="1650" b="1">
                <a:solidFill>
                  <a:srgbClr val="D6E4D9"/>
                </a:solidFill>
                <a:latin typeface="Georgia"/>
                <a:ea typeface="Georgia"/>
                <a:cs typeface="Georgia"/>
              </a:defRPr>
            </a:lvl3pPr>
            <a:lvl4pPr>
              <a:defRPr sz="1650" b="1">
                <a:solidFill>
                  <a:srgbClr val="D6E4D9"/>
                </a:solidFill>
                <a:latin typeface="Georgia"/>
                <a:ea typeface="Georgia"/>
                <a:cs typeface="Georgia"/>
              </a:defRPr>
            </a:lvl4pPr>
            <a:lvl5pPr>
              <a:defRPr sz="1650" b="1">
                <a:solidFill>
                  <a:srgbClr val="D6E4D9"/>
                </a:solidFill>
                <a:latin typeface="Georgia"/>
                <a:ea typeface="Georgia"/>
                <a:cs typeface="Georgia"/>
              </a:defRPr>
            </a:lvl5pPr>
            <a:lvl6pPr>
              <a:defRPr sz="1650" b="1">
                <a:solidFill>
                  <a:srgbClr val="D6E4D9"/>
                </a:solidFill>
                <a:latin typeface="Georgia"/>
                <a:ea typeface="Georgia"/>
                <a:cs typeface="Georgia"/>
              </a:defRPr>
            </a:lvl6pPr>
            <a:lvl7pPr>
              <a:defRPr sz="1650" b="1">
                <a:solidFill>
                  <a:srgbClr val="D6E4D9"/>
                </a:solidFill>
                <a:latin typeface="Georgia"/>
                <a:ea typeface="Georgia"/>
                <a:cs typeface="Georgia"/>
              </a:defRPr>
            </a:lvl7pPr>
            <a:lvl8pPr>
              <a:defRPr sz="1650" b="1">
                <a:solidFill>
                  <a:srgbClr val="D6E4D9"/>
                </a:solidFill>
                <a:latin typeface="Georgia"/>
                <a:ea typeface="Georgia"/>
                <a:cs typeface="Georgia"/>
              </a:defRPr>
            </a:lvl8pPr>
            <a:lvl9pPr>
              <a:defRPr sz="1650" b="1">
                <a:solidFill>
                  <a:srgbClr val="D6E4D9"/>
                </a:solidFill>
                <a:latin typeface="Georgia"/>
                <a:ea typeface="Georgia"/>
                <a:cs typeface="Georgia"/>
              </a:defRPr>
            </a:lvl9pPr>
          </a:lstStyle>
          <a:p xmlns:a="http://schemas.openxmlformats.org/drawingml/2006/main">
            <a:pPr>
              <a:defRPr sz="1650" b="1">
                <a:solidFill>
                  <a:srgbClr val="D6E4D9"/>
                </a:solidFill>
                <a:latin typeface="Georgia"/>
                <a:ea typeface="Georgia"/>
                <a:cs typeface="Georgia"/>
              </a:defRPr>
            </a:pPr>
            <a:r>
              <a:rPr sz="1650" b="1">
                <a:solidFill>
                  <a:srgbClr val="D6E4D9"/>
                </a:solidFill>
                <a:latin typeface="Georgia"/>
                <a:ea typeface="Georgia"/>
                <a:cs typeface="Georgia"/>
              </a:rPr>
              <a:t>qadam</a:t>
            </a:r>
          </a:p>
        </p:txBody>
      </p:sp>
      <p:sp>
        <p:nvSpPr>
          <p:cNvPr id="3" name="">
            <a:extLst xmlns:a="http://schemas.openxmlformats.org/drawingml/2006/main">
              <a:ext uri="{FF2B5EF4-FFF2-40B4-BE49-F238E27FC236}">
                <a16:creationId xmlns:a16="http://schemas.microsoft.com/office/drawing/2014/main" id="{CFEE3417-8935-4045-82F4-CAE4B1C5F02E}"/>
              </a:ext>
            </a:extLst>
          </p:cNvPr>
          <p:cNvSpPr>
            <a:spLocks xmlns:a="http://schemas.openxmlformats.org/drawingml/2006/main" noGrp="1"/>
          </p:cNvSpPr>
          <p:nvPr/>
        </p:nvSpPr>
        <p:spPr>
          <a:xfrm xmlns:a="http://schemas.openxmlformats.org/drawingml/2006/main">
            <a:off x="110490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D6E4D9"/>
                </a:solidFill>
                <a:latin typeface="Arial"/>
                <a:ea typeface="Arial"/>
                <a:cs typeface="Arial"/>
              </a:defRPr>
            </a:defPPr>
            <a:lvl1pPr>
              <a:defRPr sz="1350" b="0">
                <a:solidFill>
                  <a:srgbClr val="D6E4D9"/>
                </a:solidFill>
                <a:latin typeface="Arial"/>
                <a:ea typeface="Arial"/>
                <a:cs typeface="Arial"/>
              </a:defRPr>
            </a:lvl1pPr>
            <a:lvl2pPr>
              <a:defRPr sz="1350" b="0">
                <a:solidFill>
                  <a:srgbClr val="D6E4D9"/>
                </a:solidFill>
                <a:latin typeface="Arial"/>
                <a:ea typeface="Arial"/>
                <a:cs typeface="Arial"/>
              </a:defRPr>
            </a:lvl2pPr>
            <a:lvl3pPr>
              <a:defRPr sz="1350" b="0">
                <a:solidFill>
                  <a:srgbClr val="D6E4D9"/>
                </a:solidFill>
                <a:latin typeface="Arial"/>
                <a:ea typeface="Arial"/>
                <a:cs typeface="Arial"/>
              </a:defRPr>
            </a:lvl3pPr>
            <a:lvl4pPr>
              <a:defRPr sz="1350" b="0">
                <a:solidFill>
                  <a:srgbClr val="D6E4D9"/>
                </a:solidFill>
                <a:latin typeface="Arial"/>
                <a:ea typeface="Arial"/>
                <a:cs typeface="Arial"/>
              </a:defRPr>
            </a:lvl4pPr>
            <a:lvl5pPr>
              <a:defRPr sz="1350" b="0">
                <a:solidFill>
                  <a:srgbClr val="D6E4D9"/>
                </a:solidFill>
                <a:latin typeface="Arial"/>
                <a:ea typeface="Arial"/>
                <a:cs typeface="Arial"/>
              </a:defRPr>
            </a:lvl5pPr>
            <a:lvl6pPr>
              <a:defRPr sz="1350" b="0">
                <a:solidFill>
                  <a:srgbClr val="D6E4D9"/>
                </a:solidFill>
                <a:latin typeface="Arial"/>
                <a:ea typeface="Arial"/>
                <a:cs typeface="Arial"/>
              </a:defRPr>
            </a:lvl6pPr>
            <a:lvl7pPr>
              <a:defRPr sz="1350" b="0">
                <a:solidFill>
                  <a:srgbClr val="D6E4D9"/>
                </a:solidFill>
                <a:latin typeface="Arial"/>
                <a:ea typeface="Arial"/>
                <a:cs typeface="Arial"/>
              </a:defRPr>
            </a:lvl7pPr>
            <a:lvl8pPr>
              <a:defRPr sz="1350" b="0">
                <a:solidFill>
                  <a:srgbClr val="D6E4D9"/>
                </a:solidFill>
                <a:latin typeface="Arial"/>
                <a:ea typeface="Arial"/>
                <a:cs typeface="Arial"/>
              </a:defRPr>
            </a:lvl8pPr>
            <a:lvl9pPr>
              <a:defRPr sz="1350" b="0">
                <a:solidFill>
                  <a:srgbClr val="D6E4D9"/>
                </a:solidFill>
                <a:latin typeface="Arial"/>
                <a:ea typeface="Arial"/>
                <a:cs typeface="Arial"/>
              </a:defRPr>
            </a:lvl9pPr>
          </a:lstStyle>
          <a:p xmlns:a="http://schemas.openxmlformats.org/drawingml/2006/main">
            <a:pPr>
              <a:defRPr sz="1350" b="0">
                <a:solidFill>
                  <a:srgbClr val="D6E4D9"/>
                </a:solidFill>
                <a:latin typeface="Arial"/>
                <a:ea typeface="Arial"/>
                <a:cs typeface="Arial"/>
              </a:defRPr>
            </a:pPr>
            <a:r>
              <a:rPr sz="1350" b="0">
                <a:solidFill>
                  <a:srgbClr val="D6E4D9"/>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B3C8C93B-731C-4A04-9D62-7F0FC7E577EC}"/>
              </a:ext>
            </a:extLst>
          </p:cNvPr>
          <p:cNvSpPr>
            <a:spLocks xmlns:a="http://schemas.openxmlformats.org/drawingml/2006/main" noGrp="1"/>
          </p:cNvSpPr>
          <p:nvPr/>
        </p:nvSpPr>
        <p:spPr>
          <a:xfrm xmlns:a="http://schemas.openxmlformats.org/drawingml/2006/main">
            <a:off x="685800" y="1657350"/>
            <a:ext cx="571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900" b="0">
                <a:solidFill>
                  <a:srgbClr val="F8F8F2"/>
                </a:solidFill>
                <a:latin typeface="Georgia"/>
                <a:ea typeface="Georgia"/>
                <a:cs typeface="Georgia"/>
              </a:defRPr>
            </a:defPPr>
            <a:lvl1pPr>
              <a:defRPr sz="6900" b="0">
                <a:solidFill>
                  <a:srgbClr val="F8F8F2"/>
                </a:solidFill>
                <a:latin typeface="Georgia"/>
                <a:ea typeface="Georgia"/>
                <a:cs typeface="Georgia"/>
              </a:defRPr>
            </a:lvl1pPr>
            <a:lvl2pPr>
              <a:defRPr sz="6900" b="0">
                <a:solidFill>
                  <a:srgbClr val="F8F8F2"/>
                </a:solidFill>
                <a:latin typeface="Georgia"/>
                <a:ea typeface="Georgia"/>
                <a:cs typeface="Georgia"/>
              </a:defRPr>
            </a:lvl2pPr>
            <a:lvl3pPr>
              <a:defRPr sz="6900" b="0">
                <a:solidFill>
                  <a:srgbClr val="F8F8F2"/>
                </a:solidFill>
                <a:latin typeface="Georgia"/>
                <a:ea typeface="Georgia"/>
                <a:cs typeface="Georgia"/>
              </a:defRPr>
            </a:lvl3pPr>
            <a:lvl4pPr>
              <a:defRPr sz="6900" b="0">
                <a:solidFill>
                  <a:srgbClr val="F8F8F2"/>
                </a:solidFill>
                <a:latin typeface="Georgia"/>
                <a:ea typeface="Georgia"/>
                <a:cs typeface="Georgia"/>
              </a:defRPr>
            </a:lvl4pPr>
            <a:lvl5pPr>
              <a:defRPr sz="6900" b="0">
                <a:solidFill>
                  <a:srgbClr val="F8F8F2"/>
                </a:solidFill>
                <a:latin typeface="Georgia"/>
                <a:ea typeface="Georgia"/>
                <a:cs typeface="Georgia"/>
              </a:defRPr>
            </a:lvl5pPr>
            <a:lvl6pPr>
              <a:defRPr sz="6900" b="0">
                <a:solidFill>
                  <a:srgbClr val="F8F8F2"/>
                </a:solidFill>
                <a:latin typeface="Georgia"/>
                <a:ea typeface="Georgia"/>
                <a:cs typeface="Georgia"/>
              </a:defRPr>
            </a:lvl6pPr>
            <a:lvl7pPr>
              <a:defRPr sz="6900" b="0">
                <a:solidFill>
                  <a:srgbClr val="F8F8F2"/>
                </a:solidFill>
                <a:latin typeface="Georgia"/>
                <a:ea typeface="Georgia"/>
                <a:cs typeface="Georgia"/>
              </a:defRPr>
            </a:lvl7pPr>
            <a:lvl8pPr>
              <a:defRPr sz="6900" b="0">
                <a:solidFill>
                  <a:srgbClr val="F8F8F2"/>
                </a:solidFill>
                <a:latin typeface="Georgia"/>
                <a:ea typeface="Georgia"/>
                <a:cs typeface="Georgia"/>
              </a:defRPr>
            </a:lvl8pPr>
            <a:lvl9pPr>
              <a:defRPr sz="6900" b="0">
                <a:solidFill>
                  <a:srgbClr val="F8F8F2"/>
                </a:solidFill>
                <a:latin typeface="Georgia"/>
                <a:ea typeface="Georgia"/>
                <a:cs typeface="Georgia"/>
              </a:defRPr>
            </a:lvl9pPr>
          </a:lstStyle>
          <a:p xmlns:a="http://schemas.openxmlformats.org/drawingml/2006/main">
            <a:pPr>
              <a:defRPr sz="6900" b="0">
                <a:solidFill>
                  <a:srgbClr val="F8F8F2"/>
                </a:solidFill>
                <a:latin typeface="Georgia"/>
                <a:ea typeface="Georgia"/>
                <a:cs typeface="Georgia"/>
              </a:defRPr>
            </a:pPr>
            <a:r>
              <a:rPr sz="6900" b="0">
                <a:solidFill>
                  <a:srgbClr val="F8F8F2"/>
                </a:solidFill>
                <a:latin typeface="Georgia"/>
                <a:ea typeface="Georgia"/>
                <a:cs typeface="Georgia"/>
              </a:rPr>
              <a:t>60 минут</a:t>
            </a:r>
          </a:p>
        </p:txBody>
      </p:sp>
      <p:sp>
        <p:nvSpPr>
          <p:cNvPr id="5" name="">
            <a:extLst xmlns:a="http://schemas.openxmlformats.org/drawingml/2006/main">
              <a:ext uri="{FF2B5EF4-FFF2-40B4-BE49-F238E27FC236}">
                <a16:creationId xmlns:a16="http://schemas.microsoft.com/office/drawing/2014/main" id="{25695771-426A-42E3-A5DE-C016E4DFA8C6}"/>
              </a:ext>
            </a:extLst>
          </p:cNvPr>
          <p:cNvSpPr>
            <a:spLocks xmlns:a="http://schemas.openxmlformats.org/drawingml/2006/main" noGrp="1"/>
          </p:cNvSpPr>
          <p:nvPr/>
        </p:nvSpPr>
        <p:spPr>
          <a:xfrm xmlns:a="http://schemas.openxmlformats.org/drawingml/2006/main">
            <a:off x="704850" y="3076575"/>
            <a:ext cx="9858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F8F8F2"/>
                </a:solidFill>
                <a:latin typeface="Georgia"/>
                <a:ea typeface="Georgia"/>
                <a:cs typeface="Georgia"/>
              </a:defRPr>
            </a:defPPr>
            <a:lvl1pPr>
              <a:defRPr sz="3150" b="0">
                <a:solidFill>
                  <a:srgbClr val="F8F8F2"/>
                </a:solidFill>
                <a:latin typeface="Georgia"/>
                <a:ea typeface="Georgia"/>
                <a:cs typeface="Georgia"/>
              </a:defRPr>
            </a:lvl1pPr>
            <a:lvl2pPr>
              <a:defRPr sz="3150" b="0">
                <a:solidFill>
                  <a:srgbClr val="F8F8F2"/>
                </a:solidFill>
                <a:latin typeface="Georgia"/>
                <a:ea typeface="Georgia"/>
                <a:cs typeface="Georgia"/>
              </a:defRPr>
            </a:lvl2pPr>
            <a:lvl3pPr>
              <a:defRPr sz="3150" b="0">
                <a:solidFill>
                  <a:srgbClr val="F8F8F2"/>
                </a:solidFill>
                <a:latin typeface="Georgia"/>
                <a:ea typeface="Georgia"/>
                <a:cs typeface="Georgia"/>
              </a:defRPr>
            </a:lvl3pPr>
            <a:lvl4pPr>
              <a:defRPr sz="3150" b="0">
                <a:solidFill>
                  <a:srgbClr val="F8F8F2"/>
                </a:solidFill>
                <a:latin typeface="Georgia"/>
                <a:ea typeface="Georgia"/>
                <a:cs typeface="Georgia"/>
              </a:defRPr>
            </a:lvl4pPr>
            <a:lvl5pPr>
              <a:defRPr sz="3150" b="0">
                <a:solidFill>
                  <a:srgbClr val="F8F8F2"/>
                </a:solidFill>
                <a:latin typeface="Georgia"/>
                <a:ea typeface="Georgia"/>
                <a:cs typeface="Georgia"/>
              </a:defRPr>
            </a:lvl5pPr>
            <a:lvl6pPr>
              <a:defRPr sz="3150" b="0">
                <a:solidFill>
                  <a:srgbClr val="F8F8F2"/>
                </a:solidFill>
                <a:latin typeface="Georgia"/>
                <a:ea typeface="Georgia"/>
                <a:cs typeface="Georgia"/>
              </a:defRPr>
            </a:lvl6pPr>
            <a:lvl7pPr>
              <a:defRPr sz="3150" b="0">
                <a:solidFill>
                  <a:srgbClr val="F8F8F2"/>
                </a:solidFill>
                <a:latin typeface="Georgia"/>
                <a:ea typeface="Georgia"/>
                <a:cs typeface="Georgia"/>
              </a:defRPr>
            </a:lvl7pPr>
            <a:lvl8pPr>
              <a:defRPr sz="3150" b="0">
                <a:solidFill>
                  <a:srgbClr val="F8F8F2"/>
                </a:solidFill>
                <a:latin typeface="Georgia"/>
                <a:ea typeface="Georgia"/>
                <a:cs typeface="Georgia"/>
              </a:defRPr>
            </a:lvl8pPr>
            <a:lvl9pPr>
              <a:defRPr sz="3150" b="0">
                <a:solidFill>
                  <a:srgbClr val="F8F8F2"/>
                </a:solidFill>
                <a:latin typeface="Georgia"/>
                <a:ea typeface="Georgia"/>
                <a:cs typeface="Georgia"/>
              </a:defRPr>
            </a:lvl9pPr>
          </a:lstStyle>
          <a:p xmlns:a="http://schemas.openxmlformats.org/drawingml/2006/main">
            <a:pPr>
              <a:defRPr sz="3150" b="0">
                <a:solidFill>
                  <a:srgbClr val="F8F8F2"/>
                </a:solidFill>
                <a:latin typeface="Georgia"/>
                <a:ea typeface="Georgia"/>
                <a:cs typeface="Georgia"/>
              </a:defRPr>
            </a:pPr>
            <a:r>
              <a:rPr sz="3150" b="0">
                <a:solidFill>
                  <a:srgbClr val="F8F8F2"/>
                </a:solidFill>
                <a:latin typeface="Georgia"/>
                <a:ea typeface="Georgia"/>
                <a:cs typeface="Georgia"/>
              </a:rPr>
              <a:t>«Я возле Экспо. Куда сходить,</a:t>
            </a:r>
          </a:p>
          <a:p xmlns:a="http://schemas.openxmlformats.org/drawingml/2006/main">
            <a:pPr>
              <a:defRPr sz="3150" b="0">
                <a:solidFill>
                  <a:srgbClr val="F8F8F2"/>
                </a:solidFill>
                <a:latin typeface="Georgia"/>
                <a:ea typeface="Georgia"/>
                <a:cs typeface="Georgia"/>
              </a:defRPr>
            </a:pPr>
            <a:r>
              <a:rPr sz="3150" b="0">
                <a:solidFill>
                  <a:srgbClr val="F8F8F2"/>
                </a:solidFill>
                <a:latin typeface="Georgia"/>
                <a:ea typeface="Georgia"/>
                <a:cs typeface="Georgia"/>
              </a:rPr>
              <a:t>если на улице −25 °C?»</a:t>
            </a:r>
          </a:p>
        </p:txBody>
      </p:sp>
      <p:sp>
        <p:nvSpPr>
          <p:cNvPr id="6" name="">
            <a:extLst xmlns:a="http://schemas.openxmlformats.org/drawingml/2006/main">
              <a:ext uri="{FF2B5EF4-FFF2-40B4-BE49-F238E27FC236}">
                <a16:creationId xmlns:a16="http://schemas.microsoft.com/office/drawing/2014/main" id="{61F5C8D9-9BE4-4963-ACA4-B308D2C0BA44}"/>
              </a:ext>
            </a:extLst>
          </p:cNvPr>
          <p:cNvSpPr>
            <a:spLocks xmlns:a="http://schemas.openxmlformats.org/drawingml/2006/main" noGrp="1"/>
          </p:cNvSpPr>
          <p:nvPr/>
        </p:nvSpPr>
        <p:spPr>
          <a:xfrm xmlns:a="http://schemas.openxmlformats.org/drawingml/2006/main">
            <a:off x="723900" y="4943475"/>
            <a:ext cx="9715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4D9"/>
                </a:solidFill>
                <a:latin typeface="Arial"/>
                <a:ea typeface="Arial"/>
                <a:cs typeface="Arial"/>
              </a:defRPr>
            </a:defPPr>
            <a:lvl1pPr>
              <a:defRPr sz="2100" b="0">
                <a:solidFill>
                  <a:srgbClr val="D6E4D9"/>
                </a:solidFill>
                <a:latin typeface="Arial"/>
                <a:ea typeface="Arial"/>
                <a:cs typeface="Arial"/>
              </a:defRPr>
            </a:lvl1pPr>
            <a:lvl2pPr>
              <a:defRPr sz="2100" b="0">
                <a:solidFill>
                  <a:srgbClr val="D6E4D9"/>
                </a:solidFill>
                <a:latin typeface="Arial"/>
                <a:ea typeface="Arial"/>
                <a:cs typeface="Arial"/>
              </a:defRPr>
            </a:lvl2pPr>
            <a:lvl3pPr>
              <a:defRPr sz="2100" b="0">
                <a:solidFill>
                  <a:srgbClr val="D6E4D9"/>
                </a:solidFill>
                <a:latin typeface="Arial"/>
                <a:ea typeface="Arial"/>
                <a:cs typeface="Arial"/>
              </a:defRPr>
            </a:lvl3pPr>
            <a:lvl4pPr>
              <a:defRPr sz="2100" b="0">
                <a:solidFill>
                  <a:srgbClr val="D6E4D9"/>
                </a:solidFill>
                <a:latin typeface="Arial"/>
                <a:ea typeface="Arial"/>
                <a:cs typeface="Arial"/>
              </a:defRPr>
            </a:lvl4pPr>
            <a:lvl5pPr>
              <a:defRPr sz="2100" b="0">
                <a:solidFill>
                  <a:srgbClr val="D6E4D9"/>
                </a:solidFill>
                <a:latin typeface="Arial"/>
                <a:ea typeface="Arial"/>
                <a:cs typeface="Arial"/>
              </a:defRPr>
            </a:lvl5pPr>
            <a:lvl6pPr>
              <a:defRPr sz="2100" b="0">
                <a:solidFill>
                  <a:srgbClr val="D6E4D9"/>
                </a:solidFill>
                <a:latin typeface="Arial"/>
                <a:ea typeface="Arial"/>
                <a:cs typeface="Arial"/>
              </a:defRPr>
            </a:lvl6pPr>
            <a:lvl7pPr>
              <a:defRPr sz="2100" b="0">
                <a:solidFill>
                  <a:srgbClr val="D6E4D9"/>
                </a:solidFill>
                <a:latin typeface="Arial"/>
                <a:ea typeface="Arial"/>
                <a:cs typeface="Arial"/>
              </a:defRPr>
            </a:lvl7pPr>
            <a:lvl8pPr>
              <a:defRPr sz="2100" b="0">
                <a:solidFill>
                  <a:srgbClr val="D6E4D9"/>
                </a:solidFill>
                <a:latin typeface="Arial"/>
                <a:ea typeface="Arial"/>
                <a:cs typeface="Arial"/>
              </a:defRPr>
            </a:lvl8pPr>
            <a:lvl9pPr>
              <a:defRPr sz="2100" b="0">
                <a:solidFill>
                  <a:srgbClr val="D6E4D9"/>
                </a:solidFill>
                <a:latin typeface="Arial"/>
                <a:ea typeface="Arial"/>
                <a:cs typeface="Arial"/>
              </a:defRPr>
            </a:lvl9pPr>
          </a:lstStyle>
          <a:p xmlns:a="http://schemas.openxmlformats.org/drawingml/2006/main">
            <a:pPr>
              <a:defRPr sz="2100" b="0">
                <a:solidFill>
                  <a:srgbClr val="D6E4D9"/>
                </a:solidFill>
                <a:latin typeface="Arial"/>
                <a:ea typeface="Arial"/>
                <a:cs typeface="Arial"/>
              </a:defRPr>
            </a:pPr>
            <a:r>
              <a:rPr sz="2100" b="0">
                <a:solidFill>
                  <a:srgbClr val="D6E4D9"/>
                </a:solidFill>
                <a:latin typeface="Arial"/>
                <a:ea typeface="Arial"/>
                <a:cs typeface="Arial"/>
              </a:rPr>
              <a:t>Жители, гости города и люди между делами</a:t>
            </a:r>
          </a:p>
          <a:p xmlns:a="http://schemas.openxmlformats.org/drawingml/2006/main">
            <a:pPr>
              <a:defRPr sz="2100" b="0">
                <a:solidFill>
                  <a:srgbClr val="D6E4D9"/>
                </a:solidFill>
                <a:latin typeface="Arial"/>
                <a:ea typeface="Arial"/>
                <a:cs typeface="Arial"/>
              </a:defRPr>
            </a:pPr>
            <a:r>
              <a:rPr sz="2100" b="0">
                <a:solidFill>
                  <a:srgbClr val="D6E4D9"/>
                </a:solidFill>
                <a:latin typeface="Arial"/>
                <a:ea typeface="Arial"/>
                <a:cs typeface="Arial"/>
              </a:rPr>
              <a:t>нуждаются в выполнимом варианте рядом</a:t>
            </a:r>
          </a:p>
        </p:txBody>
      </p:sp>
    </p:spTree>
    <p:extLst>
      <p:ext uri="{BB962C8B-B14F-4D97-AF65-F5344CB8AC3E}">
        <p14:creationId xmlns:p14="http://schemas.microsoft.com/office/powerpoint/2010/main" val="532238980"/>
      </p:ext>
    </p:extLst>
  </p:cSld>
</p:sld>
</file>

<file path=ppt/slides/slide3.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A15220-ABE2-4A7A-8882-4AEC564657F7}"/>
              </a:ext>
            </a:extLst>
          </p:cNvPr>
          <p:cNvSpPr>
            <a:spLocks xmlns:a="http://schemas.openxmlformats.org/drawingml/2006/main" noGrp="1"/>
          </p:cNvSpPr>
          <p:nvPr/>
        </p:nvSpPr>
        <p:spPr>
          <a:xfrm xmlns:a="http://schemas.openxmlformats.org/drawingml/2006/main">
            <a:off x="685800" y="5334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3B32"/>
                </a:solidFill>
                <a:latin typeface="Georgia"/>
                <a:ea typeface="Georgia"/>
                <a:cs typeface="Georgia"/>
              </a:defRPr>
            </a:defPPr>
            <a:lvl1pPr>
              <a:defRPr sz="3300" b="0">
                <a:solidFill>
                  <a:srgbClr val="243B32"/>
                </a:solidFill>
                <a:latin typeface="Georgia"/>
                <a:ea typeface="Georgia"/>
                <a:cs typeface="Georgia"/>
              </a:defRPr>
            </a:lvl1pPr>
            <a:lvl2pPr>
              <a:defRPr sz="3300" b="0">
                <a:solidFill>
                  <a:srgbClr val="243B32"/>
                </a:solidFill>
                <a:latin typeface="Georgia"/>
                <a:ea typeface="Georgia"/>
                <a:cs typeface="Georgia"/>
              </a:defRPr>
            </a:lvl2pPr>
            <a:lvl3pPr>
              <a:defRPr sz="3300" b="0">
                <a:solidFill>
                  <a:srgbClr val="243B32"/>
                </a:solidFill>
                <a:latin typeface="Georgia"/>
                <a:ea typeface="Georgia"/>
                <a:cs typeface="Georgia"/>
              </a:defRPr>
            </a:lvl3pPr>
            <a:lvl4pPr>
              <a:defRPr sz="3300" b="0">
                <a:solidFill>
                  <a:srgbClr val="243B32"/>
                </a:solidFill>
                <a:latin typeface="Georgia"/>
                <a:ea typeface="Georgia"/>
                <a:cs typeface="Georgia"/>
              </a:defRPr>
            </a:lvl4pPr>
            <a:lvl5pPr>
              <a:defRPr sz="3300" b="0">
                <a:solidFill>
                  <a:srgbClr val="243B32"/>
                </a:solidFill>
                <a:latin typeface="Georgia"/>
                <a:ea typeface="Georgia"/>
                <a:cs typeface="Georgia"/>
              </a:defRPr>
            </a:lvl5pPr>
            <a:lvl6pPr>
              <a:defRPr sz="3300" b="0">
                <a:solidFill>
                  <a:srgbClr val="243B32"/>
                </a:solidFill>
                <a:latin typeface="Georgia"/>
                <a:ea typeface="Georgia"/>
                <a:cs typeface="Georgia"/>
              </a:defRPr>
            </a:lvl6pPr>
            <a:lvl7pPr>
              <a:defRPr sz="3300" b="0">
                <a:solidFill>
                  <a:srgbClr val="243B32"/>
                </a:solidFill>
                <a:latin typeface="Georgia"/>
                <a:ea typeface="Georgia"/>
                <a:cs typeface="Georgia"/>
              </a:defRPr>
            </a:lvl7pPr>
            <a:lvl8pPr>
              <a:defRPr sz="3300" b="0">
                <a:solidFill>
                  <a:srgbClr val="243B32"/>
                </a:solidFill>
                <a:latin typeface="Georgia"/>
                <a:ea typeface="Georgia"/>
                <a:cs typeface="Georgia"/>
              </a:defRPr>
            </a:lvl8pPr>
            <a:lvl9pPr>
              <a:defRPr sz="3300" b="0">
                <a:solidFill>
                  <a:srgbClr val="243B32"/>
                </a:solidFill>
                <a:latin typeface="Georgia"/>
                <a:ea typeface="Georgia"/>
                <a:cs typeface="Georgia"/>
              </a:defRPr>
            </a:lvl9pPr>
          </a:lstStyle>
          <a:p xmlns:a="http://schemas.openxmlformats.org/drawingml/2006/main">
            <a:pPr>
              <a:defRPr sz="3300" b="0">
                <a:solidFill>
                  <a:srgbClr val="243B32"/>
                </a:solidFill>
                <a:latin typeface="Georgia"/>
                <a:ea typeface="Georgia"/>
                <a:cs typeface="Georgia"/>
              </a:defRPr>
            </a:pPr>
            <a:r>
              <a:rPr sz="3300" b="0">
                <a:solidFill>
                  <a:srgbClr val="243B32"/>
                </a:solidFill>
                <a:latin typeface="Georgia"/>
                <a:ea typeface="Georgia"/>
                <a:cs typeface="Georgia"/>
              </a:rPr>
              <a:t>Подбор, который можно проверить</a:t>
            </a:r>
          </a:p>
        </p:txBody>
      </p:sp>
      <p:sp>
        <p:nvSpPr>
          <p:cNvPr id="2" name="">
            <a:extLst xmlns:a="http://schemas.openxmlformats.org/drawingml/2006/main">
              <a:ext uri="{FF2B5EF4-FFF2-40B4-BE49-F238E27FC236}">
                <a16:creationId xmlns:a16="http://schemas.microsoft.com/office/drawing/2014/main" id="{EA4E8BA4-73B3-4AB5-A907-CCE22EF9B553}"/>
              </a:ext>
            </a:extLst>
          </p:cNvPr>
          <p:cNvSpPr>
            <a:spLocks xmlns:a="http://schemas.openxmlformats.org/drawingml/2006/main" noGrp="1"/>
          </p:cNvSpPr>
          <p:nvPr/>
        </p:nvSpPr>
        <p:spPr>
          <a:xfrm xmlns:a="http://schemas.openxmlformats.org/drawingml/2006/main">
            <a:off x="685800" y="63341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74F3B"/>
                </a:solidFill>
                <a:latin typeface="Georgia"/>
                <a:ea typeface="Georgia"/>
                <a:cs typeface="Georgia"/>
              </a:defRPr>
            </a:defPPr>
            <a:lvl1pPr>
              <a:defRPr sz="1650" b="1">
                <a:solidFill>
                  <a:srgbClr val="174F3B"/>
                </a:solidFill>
                <a:latin typeface="Georgia"/>
                <a:ea typeface="Georgia"/>
                <a:cs typeface="Georgia"/>
              </a:defRPr>
            </a:lvl1pPr>
            <a:lvl2pPr>
              <a:defRPr sz="1650" b="1">
                <a:solidFill>
                  <a:srgbClr val="174F3B"/>
                </a:solidFill>
                <a:latin typeface="Georgia"/>
                <a:ea typeface="Georgia"/>
                <a:cs typeface="Georgia"/>
              </a:defRPr>
            </a:lvl2pPr>
            <a:lvl3pPr>
              <a:defRPr sz="1650" b="1">
                <a:solidFill>
                  <a:srgbClr val="174F3B"/>
                </a:solidFill>
                <a:latin typeface="Georgia"/>
                <a:ea typeface="Georgia"/>
                <a:cs typeface="Georgia"/>
              </a:defRPr>
            </a:lvl3pPr>
            <a:lvl4pPr>
              <a:defRPr sz="1650" b="1">
                <a:solidFill>
                  <a:srgbClr val="174F3B"/>
                </a:solidFill>
                <a:latin typeface="Georgia"/>
                <a:ea typeface="Georgia"/>
                <a:cs typeface="Georgia"/>
              </a:defRPr>
            </a:lvl4pPr>
            <a:lvl5pPr>
              <a:defRPr sz="1650" b="1">
                <a:solidFill>
                  <a:srgbClr val="174F3B"/>
                </a:solidFill>
                <a:latin typeface="Georgia"/>
                <a:ea typeface="Georgia"/>
                <a:cs typeface="Georgia"/>
              </a:defRPr>
            </a:lvl5pPr>
            <a:lvl6pPr>
              <a:defRPr sz="1650" b="1">
                <a:solidFill>
                  <a:srgbClr val="174F3B"/>
                </a:solidFill>
                <a:latin typeface="Georgia"/>
                <a:ea typeface="Georgia"/>
                <a:cs typeface="Georgia"/>
              </a:defRPr>
            </a:lvl6pPr>
            <a:lvl7pPr>
              <a:defRPr sz="1650" b="1">
                <a:solidFill>
                  <a:srgbClr val="174F3B"/>
                </a:solidFill>
                <a:latin typeface="Georgia"/>
                <a:ea typeface="Georgia"/>
                <a:cs typeface="Georgia"/>
              </a:defRPr>
            </a:lvl7pPr>
            <a:lvl8pPr>
              <a:defRPr sz="1650" b="1">
                <a:solidFill>
                  <a:srgbClr val="174F3B"/>
                </a:solidFill>
                <a:latin typeface="Georgia"/>
                <a:ea typeface="Georgia"/>
                <a:cs typeface="Georgia"/>
              </a:defRPr>
            </a:lvl8pPr>
            <a:lvl9pPr>
              <a:defRPr sz="1650" b="1">
                <a:solidFill>
                  <a:srgbClr val="174F3B"/>
                </a:solidFill>
                <a:latin typeface="Georgia"/>
                <a:ea typeface="Georgia"/>
                <a:cs typeface="Georgia"/>
              </a:defRPr>
            </a:lvl9pPr>
          </a:lstStyle>
          <a:p xmlns:a="http://schemas.openxmlformats.org/drawingml/2006/main">
            <a:pPr>
              <a:defRPr sz="1650" b="1">
                <a:solidFill>
                  <a:srgbClr val="174F3B"/>
                </a:solidFill>
                <a:latin typeface="Georgia"/>
                <a:ea typeface="Georgia"/>
                <a:cs typeface="Georgia"/>
              </a:defRPr>
            </a:pPr>
            <a:r>
              <a:rPr sz="1650" b="1">
                <a:solidFill>
                  <a:srgbClr val="174F3B"/>
                </a:solidFill>
                <a:latin typeface="Georgia"/>
                <a:ea typeface="Georgia"/>
                <a:cs typeface="Georgia"/>
              </a:rPr>
              <a:t>qadam</a:t>
            </a:r>
          </a:p>
        </p:txBody>
      </p:sp>
      <p:sp>
        <p:nvSpPr>
          <p:cNvPr id="3" name="">
            <a:extLst xmlns:a="http://schemas.openxmlformats.org/drawingml/2006/main">
              <a:ext uri="{FF2B5EF4-FFF2-40B4-BE49-F238E27FC236}">
                <a16:creationId xmlns:a16="http://schemas.microsoft.com/office/drawing/2014/main" id="{9CC90551-EBCE-48FE-86FC-628665683B8A}"/>
              </a:ext>
            </a:extLst>
          </p:cNvPr>
          <p:cNvSpPr>
            <a:spLocks xmlns:a="http://schemas.openxmlformats.org/drawingml/2006/main" noGrp="1"/>
          </p:cNvSpPr>
          <p:nvPr/>
        </p:nvSpPr>
        <p:spPr>
          <a:xfrm xmlns:a="http://schemas.openxmlformats.org/drawingml/2006/main">
            <a:off x="110490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269"/>
                </a:solidFill>
                <a:latin typeface="Arial"/>
                <a:ea typeface="Arial"/>
                <a:cs typeface="Arial"/>
              </a:defRPr>
            </a:defPPr>
            <a:lvl1pPr>
              <a:defRPr sz="1350" b="0">
                <a:solidFill>
                  <a:srgbClr val="607269"/>
                </a:solidFill>
                <a:latin typeface="Arial"/>
                <a:ea typeface="Arial"/>
                <a:cs typeface="Arial"/>
              </a:defRPr>
            </a:lvl1pPr>
            <a:lvl2pPr>
              <a:defRPr sz="1350" b="0">
                <a:solidFill>
                  <a:srgbClr val="607269"/>
                </a:solidFill>
                <a:latin typeface="Arial"/>
                <a:ea typeface="Arial"/>
                <a:cs typeface="Arial"/>
              </a:defRPr>
            </a:lvl2pPr>
            <a:lvl3pPr>
              <a:defRPr sz="1350" b="0">
                <a:solidFill>
                  <a:srgbClr val="607269"/>
                </a:solidFill>
                <a:latin typeface="Arial"/>
                <a:ea typeface="Arial"/>
                <a:cs typeface="Arial"/>
              </a:defRPr>
            </a:lvl3pPr>
            <a:lvl4pPr>
              <a:defRPr sz="1350" b="0">
                <a:solidFill>
                  <a:srgbClr val="607269"/>
                </a:solidFill>
                <a:latin typeface="Arial"/>
                <a:ea typeface="Arial"/>
                <a:cs typeface="Arial"/>
              </a:defRPr>
            </a:lvl4pPr>
            <a:lvl5pPr>
              <a:defRPr sz="1350" b="0">
                <a:solidFill>
                  <a:srgbClr val="607269"/>
                </a:solidFill>
                <a:latin typeface="Arial"/>
                <a:ea typeface="Arial"/>
                <a:cs typeface="Arial"/>
              </a:defRPr>
            </a:lvl5pPr>
            <a:lvl6pPr>
              <a:defRPr sz="1350" b="0">
                <a:solidFill>
                  <a:srgbClr val="607269"/>
                </a:solidFill>
                <a:latin typeface="Arial"/>
                <a:ea typeface="Arial"/>
                <a:cs typeface="Arial"/>
              </a:defRPr>
            </a:lvl6pPr>
            <a:lvl7pPr>
              <a:defRPr sz="1350" b="0">
                <a:solidFill>
                  <a:srgbClr val="607269"/>
                </a:solidFill>
                <a:latin typeface="Arial"/>
                <a:ea typeface="Arial"/>
                <a:cs typeface="Arial"/>
              </a:defRPr>
            </a:lvl7pPr>
            <a:lvl8pPr>
              <a:defRPr sz="1350" b="0">
                <a:solidFill>
                  <a:srgbClr val="607269"/>
                </a:solidFill>
                <a:latin typeface="Arial"/>
                <a:ea typeface="Arial"/>
                <a:cs typeface="Arial"/>
              </a:defRPr>
            </a:lvl8pPr>
            <a:lvl9pPr>
              <a:defRPr sz="1350" b="0">
                <a:solidFill>
                  <a:srgbClr val="607269"/>
                </a:solidFill>
                <a:latin typeface="Arial"/>
                <a:ea typeface="Arial"/>
                <a:cs typeface="Arial"/>
              </a:defRPr>
            </a:lvl9pPr>
          </a:lstStyle>
          <a:p xmlns:a="http://schemas.openxmlformats.org/drawingml/2006/main">
            <a:pPr>
              <a:defRPr sz="1350" b="0">
                <a:solidFill>
                  <a:srgbClr val="607269"/>
                </a:solidFill>
                <a:latin typeface="Arial"/>
                <a:ea typeface="Arial"/>
                <a:cs typeface="Arial"/>
              </a:defRPr>
            </a:pPr>
            <a:r>
              <a:rPr sz="1350" b="0">
                <a:solidFill>
                  <a:srgbClr val="607269"/>
                </a:solidFill>
                <a:latin typeface="Arial"/>
                <a:ea typeface="Arial"/>
                <a:cs typeface="Arial"/>
              </a:rPr>
              <a:t>03</a:t>
            </a:r>
          </a:p>
        </p:txBody>
      </p:sp>
      <p:pic>
        <p:nvPicPr>
          <p:cNvPr id="4" name="">
            <a:extLst xmlns:a="http://schemas.openxmlformats.org/drawingml/2006/main">
              <a:ext uri="{FF2B5EF4-FFF2-40B4-BE49-F238E27FC236}">
                <a16:creationId xmlns:a16="http://schemas.microsoft.com/office/drawing/2014/main" id="{4023A882-EF93-461D-B211-E2EE7D46380A}"/>
              </a:ext>
            </a:extLst>
          </p:cNvPr>
          <p:cNvPicPr>
            <a:picLocks xmlns:a="http://schemas.openxmlformats.org/drawingml/2006/main" noChangeAspect="1"/>
          </p:cNvPicPr>
          <p:nvPr/>
        </p:nvPicPr>
        <p:blipFill>
          <a:blip xmlns:r="http://schemas.openxmlformats.org/officeDocument/2006/relationships" xmlns:a="http://schemas.openxmlformats.org/drawingml/2006/main" r:embed="Rcb5a5dc42c63423a"/>
          <a:stretch xmlns:a="http://schemas.openxmlformats.org/drawingml/2006/main"/>
        </p:blipFill>
        <p:spPr>
          <a:xfrm xmlns:a="http://schemas.openxmlformats.org/drawingml/2006/main">
            <a:off x="1387908" y="1457325"/>
            <a:ext cx="5977659" cy="41529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A3632AD-9412-496F-8645-0F37E7E0B6FA}"/>
              </a:ext>
            </a:extLst>
          </p:cNvPr>
          <p:cNvSpPr>
            <a:spLocks xmlns:a="http://schemas.openxmlformats.org/drawingml/2006/main" noGrp="1"/>
          </p:cNvSpPr>
          <p:nvPr/>
        </p:nvSpPr>
        <p:spPr>
          <a:xfrm xmlns:a="http://schemas.openxmlformats.org/drawingml/2006/main">
            <a:off x="8562975" y="1704975"/>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174F3B"/>
                </a:solidFill>
                <a:latin typeface="Georgia"/>
                <a:ea typeface="Georgia"/>
                <a:cs typeface="Georgia"/>
              </a:defRPr>
            </a:defPPr>
            <a:lvl1pPr>
              <a:defRPr sz="3150" b="0">
                <a:solidFill>
                  <a:srgbClr val="174F3B"/>
                </a:solidFill>
                <a:latin typeface="Georgia"/>
                <a:ea typeface="Georgia"/>
                <a:cs typeface="Georgia"/>
              </a:defRPr>
            </a:lvl1pPr>
            <a:lvl2pPr>
              <a:defRPr sz="3150" b="0">
                <a:solidFill>
                  <a:srgbClr val="174F3B"/>
                </a:solidFill>
                <a:latin typeface="Georgia"/>
                <a:ea typeface="Georgia"/>
                <a:cs typeface="Georgia"/>
              </a:defRPr>
            </a:lvl2pPr>
            <a:lvl3pPr>
              <a:defRPr sz="3150" b="0">
                <a:solidFill>
                  <a:srgbClr val="174F3B"/>
                </a:solidFill>
                <a:latin typeface="Georgia"/>
                <a:ea typeface="Georgia"/>
                <a:cs typeface="Georgia"/>
              </a:defRPr>
            </a:lvl3pPr>
            <a:lvl4pPr>
              <a:defRPr sz="3150" b="0">
                <a:solidFill>
                  <a:srgbClr val="174F3B"/>
                </a:solidFill>
                <a:latin typeface="Georgia"/>
                <a:ea typeface="Georgia"/>
                <a:cs typeface="Georgia"/>
              </a:defRPr>
            </a:lvl4pPr>
            <a:lvl5pPr>
              <a:defRPr sz="3150" b="0">
                <a:solidFill>
                  <a:srgbClr val="174F3B"/>
                </a:solidFill>
                <a:latin typeface="Georgia"/>
                <a:ea typeface="Georgia"/>
                <a:cs typeface="Georgia"/>
              </a:defRPr>
            </a:lvl5pPr>
            <a:lvl6pPr>
              <a:defRPr sz="3150" b="0">
                <a:solidFill>
                  <a:srgbClr val="174F3B"/>
                </a:solidFill>
                <a:latin typeface="Georgia"/>
                <a:ea typeface="Georgia"/>
                <a:cs typeface="Georgia"/>
              </a:defRPr>
            </a:lvl6pPr>
            <a:lvl7pPr>
              <a:defRPr sz="3150" b="0">
                <a:solidFill>
                  <a:srgbClr val="174F3B"/>
                </a:solidFill>
                <a:latin typeface="Georgia"/>
                <a:ea typeface="Georgia"/>
                <a:cs typeface="Georgia"/>
              </a:defRPr>
            </a:lvl7pPr>
            <a:lvl8pPr>
              <a:defRPr sz="3150" b="0">
                <a:solidFill>
                  <a:srgbClr val="174F3B"/>
                </a:solidFill>
                <a:latin typeface="Georgia"/>
                <a:ea typeface="Georgia"/>
                <a:cs typeface="Georgia"/>
              </a:defRPr>
            </a:lvl8pPr>
            <a:lvl9pPr>
              <a:defRPr sz="3150" b="0">
                <a:solidFill>
                  <a:srgbClr val="174F3B"/>
                </a:solidFill>
                <a:latin typeface="Georgia"/>
                <a:ea typeface="Georgia"/>
                <a:cs typeface="Georgia"/>
              </a:defRPr>
            </a:lvl9pPr>
          </a:lstStyle>
          <a:p xmlns:a="http://schemas.openxmlformats.org/drawingml/2006/main">
            <a:pPr>
              <a:defRPr sz="3150" b="0">
                <a:solidFill>
                  <a:srgbClr val="174F3B"/>
                </a:solidFill>
                <a:latin typeface="Georgia"/>
                <a:ea typeface="Georgia"/>
                <a:cs typeface="Georgia"/>
              </a:defRPr>
            </a:pPr>
            <a:r>
              <a:rPr sz="3150" b="0">
                <a:solidFill>
                  <a:srgbClr val="174F3B"/>
                </a:solidFill>
                <a:latin typeface="Georgia"/>
                <a:ea typeface="Georgia"/>
                <a:cs typeface="Georgia"/>
              </a:rPr>
              <a:t>1–3 места</a:t>
            </a:r>
          </a:p>
        </p:txBody>
      </p:sp>
      <p:sp>
        <p:nvSpPr>
          <p:cNvPr id="6" name="">
            <a:extLst xmlns:a="http://schemas.openxmlformats.org/drawingml/2006/main">
              <a:ext uri="{FF2B5EF4-FFF2-40B4-BE49-F238E27FC236}">
                <a16:creationId xmlns:a16="http://schemas.microsoft.com/office/drawing/2014/main" id="{571D6735-66EC-4B2F-93E0-15BDE54F52B9}"/>
              </a:ext>
            </a:extLst>
          </p:cNvPr>
          <p:cNvSpPr>
            <a:spLocks xmlns:a="http://schemas.openxmlformats.org/drawingml/2006/main" noGrp="1"/>
          </p:cNvSpPr>
          <p:nvPr/>
        </p:nvSpPr>
        <p:spPr>
          <a:xfrm xmlns:a="http://schemas.openxmlformats.org/drawingml/2006/main">
            <a:off x="8572500" y="2638425"/>
            <a:ext cx="2905125"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3B32"/>
                </a:solidFill>
                <a:latin typeface="Arial"/>
                <a:ea typeface="Arial"/>
                <a:cs typeface="Arial"/>
              </a:defRPr>
            </a:defPPr>
            <a:lvl1pPr>
              <a:defRPr sz="2025" b="0">
                <a:solidFill>
                  <a:srgbClr val="243B32"/>
                </a:solidFill>
                <a:latin typeface="Arial"/>
                <a:ea typeface="Arial"/>
                <a:cs typeface="Arial"/>
              </a:defRPr>
            </a:lvl1pPr>
            <a:lvl2pPr>
              <a:defRPr sz="2025" b="0">
                <a:solidFill>
                  <a:srgbClr val="243B32"/>
                </a:solidFill>
                <a:latin typeface="Arial"/>
                <a:ea typeface="Arial"/>
                <a:cs typeface="Arial"/>
              </a:defRPr>
            </a:lvl2pPr>
            <a:lvl3pPr>
              <a:defRPr sz="2025" b="0">
                <a:solidFill>
                  <a:srgbClr val="243B32"/>
                </a:solidFill>
                <a:latin typeface="Arial"/>
                <a:ea typeface="Arial"/>
                <a:cs typeface="Arial"/>
              </a:defRPr>
            </a:lvl3pPr>
            <a:lvl4pPr>
              <a:defRPr sz="2025" b="0">
                <a:solidFill>
                  <a:srgbClr val="243B32"/>
                </a:solidFill>
                <a:latin typeface="Arial"/>
                <a:ea typeface="Arial"/>
                <a:cs typeface="Arial"/>
              </a:defRPr>
            </a:lvl4pPr>
            <a:lvl5pPr>
              <a:defRPr sz="2025" b="0">
                <a:solidFill>
                  <a:srgbClr val="243B32"/>
                </a:solidFill>
                <a:latin typeface="Arial"/>
                <a:ea typeface="Arial"/>
                <a:cs typeface="Arial"/>
              </a:defRPr>
            </a:lvl5pPr>
            <a:lvl6pPr>
              <a:defRPr sz="2025" b="0">
                <a:solidFill>
                  <a:srgbClr val="243B32"/>
                </a:solidFill>
                <a:latin typeface="Arial"/>
                <a:ea typeface="Arial"/>
                <a:cs typeface="Arial"/>
              </a:defRPr>
            </a:lvl6pPr>
            <a:lvl7pPr>
              <a:defRPr sz="2025" b="0">
                <a:solidFill>
                  <a:srgbClr val="243B32"/>
                </a:solidFill>
                <a:latin typeface="Arial"/>
                <a:ea typeface="Arial"/>
                <a:cs typeface="Arial"/>
              </a:defRPr>
            </a:lvl7pPr>
            <a:lvl8pPr>
              <a:defRPr sz="2025" b="0">
                <a:solidFill>
                  <a:srgbClr val="243B32"/>
                </a:solidFill>
                <a:latin typeface="Arial"/>
                <a:ea typeface="Arial"/>
                <a:cs typeface="Arial"/>
              </a:defRPr>
            </a:lvl8pPr>
            <a:lvl9pPr>
              <a:defRPr sz="2025" b="0">
                <a:solidFill>
                  <a:srgbClr val="243B32"/>
                </a:solidFill>
                <a:latin typeface="Arial"/>
                <a:ea typeface="Arial"/>
                <a:cs typeface="Arial"/>
              </a:defRPr>
            </a:lvl9pPr>
          </a:lstStyle>
          <a:p xmlns:a="http://schemas.openxmlformats.org/drawingml/2006/main">
            <a:pPr>
              <a:defRPr sz="2025" b="0">
                <a:solidFill>
                  <a:srgbClr val="243B32"/>
                </a:solidFill>
                <a:latin typeface="Arial"/>
                <a:ea typeface="Arial"/>
                <a:cs typeface="Arial"/>
              </a:defRPr>
            </a:pPr>
            <a:r>
              <a:rPr sz="2025" b="0">
                <a:solidFill>
                  <a:srgbClr val="243B32"/>
                </a:solidFill>
                <a:latin typeface="Arial"/>
                <a:ea typeface="Arial"/>
                <a:cs typeface="Arial"/>
              </a:rPr>
              <a:t>Почему подходит</a:t>
            </a:r>
          </a:p>
          <a:p xmlns:a="http://schemas.openxmlformats.org/drawingml/2006/main">
            <a:pPr>
              <a:defRPr sz="2025" b="0">
                <a:solidFill>
                  <a:srgbClr val="243B32"/>
                </a:solidFill>
                <a:latin typeface="Arial"/>
                <a:ea typeface="Arial"/>
                <a:cs typeface="Arial"/>
              </a:defRPr>
            </a:pPr>
            <a:r>
              <a:rPr sz="2025" b="0">
                <a:solidFill>
                  <a:srgbClr val="243B32"/>
                </a:solidFill>
                <a:latin typeface="Arial"/>
                <a:ea typeface="Arial"/>
                <a:cs typeface="Arial"/>
              </a:rPr>
              <a:t>Время посещения</a:t>
            </a:r>
          </a:p>
          <a:p xmlns:a="http://schemas.openxmlformats.org/drawingml/2006/main">
            <a:pPr>
              <a:defRPr sz="2025" b="0">
                <a:solidFill>
                  <a:srgbClr val="243B32"/>
                </a:solidFill>
                <a:latin typeface="Arial"/>
                <a:ea typeface="Arial"/>
                <a:cs typeface="Arial"/>
              </a:defRPr>
            </a:pPr>
            <a:r>
              <a:rPr sz="2025" b="0">
                <a:solidFill>
                  <a:srgbClr val="243B32"/>
                </a:solidFill>
                <a:latin typeface="Arial"/>
                <a:ea typeface="Arial"/>
                <a:cs typeface="Arial"/>
              </a:rPr>
              <a:t>Что там делать</a:t>
            </a:r>
          </a:p>
          <a:p xmlns:a="http://schemas.openxmlformats.org/drawingml/2006/main">
            <a:pPr>
              <a:defRPr sz="2025" b="0">
                <a:solidFill>
                  <a:srgbClr val="243B32"/>
                </a:solidFill>
                <a:latin typeface="Arial"/>
                <a:ea typeface="Arial"/>
                <a:cs typeface="Arial"/>
              </a:defRPr>
            </a:pPr>
            <a:r>
              <a:rPr sz="2025" b="0">
                <a:solidFill>
                  <a:srgbClr val="243B32"/>
                </a:solidFill>
                <a:latin typeface="Arial"/>
                <a:ea typeface="Arial"/>
                <a:cs typeface="Arial"/>
              </a:rPr>
              <a:t>Источник фактов</a:t>
            </a:r>
          </a:p>
        </p:txBody>
      </p:sp>
      <p:sp>
        <p:nvSpPr>
          <p:cNvPr id="7" name="">
            <a:extLst xmlns:a="http://schemas.openxmlformats.org/drawingml/2006/main">
              <a:ext uri="{FF2B5EF4-FFF2-40B4-BE49-F238E27FC236}">
                <a16:creationId xmlns:a16="http://schemas.microsoft.com/office/drawing/2014/main" id="{3866D016-536B-4D3F-BC61-3C6A05FB257A}"/>
              </a:ext>
            </a:extLst>
          </p:cNvPr>
          <p:cNvSpPr>
            <a:spLocks xmlns:a="http://schemas.openxmlformats.org/drawingml/2006/main" noGrp="1"/>
          </p:cNvSpPr>
          <p:nvPr/>
        </p:nvSpPr>
        <p:spPr>
          <a:xfrm xmlns:a="http://schemas.openxmlformats.org/drawingml/2006/main">
            <a:off x="8572500" y="5210175"/>
            <a:ext cx="2905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07269"/>
                </a:solidFill>
                <a:latin typeface="Arial"/>
                <a:ea typeface="Arial"/>
                <a:cs typeface="Arial"/>
              </a:defRPr>
            </a:defPPr>
            <a:lvl1pPr>
              <a:defRPr sz="1575" b="0">
                <a:solidFill>
                  <a:srgbClr val="607269"/>
                </a:solidFill>
                <a:latin typeface="Arial"/>
                <a:ea typeface="Arial"/>
                <a:cs typeface="Arial"/>
              </a:defRPr>
            </a:lvl1pPr>
            <a:lvl2pPr>
              <a:defRPr sz="1575" b="0">
                <a:solidFill>
                  <a:srgbClr val="607269"/>
                </a:solidFill>
                <a:latin typeface="Arial"/>
                <a:ea typeface="Arial"/>
                <a:cs typeface="Arial"/>
              </a:defRPr>
            </a:lvl2pPr>
            <a:lvl3pPr>
              <a:defRPr sz="1575" b="0">
                <a:solidFill>
                  <a:srgbClr val="607269"/>
                </a:solidFill>
                <a:latin typeface="Arial"/>
                <a:ea typeface="Arial"/>
                <a:cs typeface="Arial"/>
              </a:defRPr>
            </a:lvl3pPr>
            <a:lvl4pPr>
              <a:defRPr sz="1575" b="0">
                <a:solidFill>
                  <a:srgbClr val="607269"/>
                </a:solidFill>
                <a:latin typeface="Arial"/>
                <a:ea typeface="Arial"/>
                <a:cs typeface="Arial"/>
              </a:defRPr>
            </a:lvl4pPr>
            <a:lvl5pPr>
              <a:defRPr sz="1575" b="0">
                <a:solidFill>
                  <a:srgbClr val="607269"/>
                </a:solidFill>
                <a:latin typeface="Arial"/>
                <a:ea typeface="Arial"/>
                <a:cs typeface="Arial"/>
              </a:defRPr>
            </a:lvl5pPr>
            <a:lvl6pPr>
              <a:defRPr sz="1575" b="0">
                <a:solidFill>
                  <a:srgbClr val="607269"/>
                </a:solidFill>
                <a:latin typeface="Arial"/>
                <a:ea typeface="Arial"/>
                <a:cs typeface="Arial"/>
              </a:defRPr>
            </a:lvl6pPr>
            <a:lvl7pPr>
              <a:defRPr sz="1575" b="0">
                <a:solidFill>
                  <a:srgbClr val="607269"/>
                </a:solidFill>
                <a:latin typeface="Arial"/>
                <a:ea typeface="Arial"/>
                <a:cs typeface="Arial"/>
              </a:defRPr>
            </a:lvl7pPr>
            <a:lvl8pPr>
              <a:defRPr sz="1575" b="0">
                <a:solidFill>
                  <a:srgbClr val="607269"/>
                </a:solidFill>
                <a:latin typeface="Arial"/>
                <a:ea typeface="Arial"/>
                <a:cs typeface="Arial"/>
              </a:defRPr>
            </a:lvl8pPr>
            <a:lvl9pPr>
              <a:defRPr sz="1575" b="0">
                <a:solidFill>
                  <a:srgbClr val="607269"/>
                </a:solidFill>
                <a:latin typeface="Arial"/>
                <a:ea typeface="Arial"/>
                <a:cs typeface="Arial"/>
              </a:defRPr>
            </a:lvl9pPr>
          </a:lstStyle>
          <a:p xmlns:a="http://schemas.openxmlformats.org/drawingml/2006/main">
            <a:pPr>
              <a:defRPr sz="1575" b="0">
                <a:solidFill>
                  <a:srgbClr val="607269"/>
                </a:solidFill>
                <a:latin typeface="Arial"/>
                <a:ea typeface="Arial"/>
                <a:cs typeface="Arial"/>
              </a:defRPr>
            </a:pPr>
            <a:r>
              <a:rPr sz="1575" b="0">
                <a:solidFill>
                  <a:srgbClr val="607269"/>
                </a:solidFill>
                <a:latin typeface="Arial"/>
                <a:ea typeface="Arial"/>
                <a:cs typeface="Arial"/>
              </a:rPr>
              <a:t>Рекомендации являются</a:t>
            </a:r>
          </a:p>
          <a:p xmlns:a="http://schemas.openxmlformats.org/drawingml/2006/main">
            <a:pPr>
              <a:defRPr sz="1575" b="0">
                <a:solidFill>
                  <a:srgbClr val="607269"/>
                </a:solidFill>
                <a:latin typeface="Arial"/>
                <a:ea typeface="Arial"/>
                <a:cs typeface="Arial"/>
              </a:defRPr>
            </a:pPr>
            <a:r>
              <a:rPr sz="1575" b="0">
                <a:solidFill>
                  <a:srgbClr val="607269"/>
                </a:solidFill>
                <a:latin typeface="Arial"/>
                <a:ea typeface="Arial"/>
                <a:cs typeface="Arial"/>
              </a:rPr>
              <a:t>альтернативами</a:t>
            </a:r>
          </a:p>
        </p:txBody>
      </p:sp>
    </p:spTree>
    <p:extLst>
      <p:ext uri="{BB962C8B-B14F-4D97-AF65-F5344CB8AC3E}">
        <p14:creationId xmlns:p14="http://schemas.microsoft.com/office/powerpoint/2010/main" val="1146990731"/>
      </p:ext>
    </p:extLst>
  </p:cSld>
</p:sld>
</file>

<file path=ppt/slides/slide4.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99A482C-EF92-4348-925F-370CBF203C3F}"/>
              </a:ext>
            </a:extLst>
          </p:cNvPr>
          <p:cNvSpPr>
            <a:spLocks xmlns:a="http://schemas.openxmlformats.org/drawingml/2006/main" noGrp="1"/>
          </p:cNvSpPr>
          <p:nvPr/>
        </p:nvSpPr>
        <p:spPr>
          <a:xfrm xmlns:a="http://schemas.openxmlformats.org/drawingml/2006/main">
            <a:off x="685800" y="5334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3B32"/>
                </a:solidFill>
                <a:latin typeface="Georgia"/>
                <a:ea typeface="Georgia"/>
                <a:cs typeface="Georgia"/>
              </a:defRPr>
            </a:defPPr>
            <a:lvl1pPr>
              <a:defRPr sz="3300" b="0">
                <a:solidFill>
                  <a:srgbClr val="243B32"/>
                </a:solidFill>
                <a:latin typeface="Georgia"/>
                <a:ea typeface="Georgia"/>
                <a:cs typeface="Georgia"/>
              </a:defRPr>
            </a:lvl1pPr>
            <a:lvl2pPr>
              <a:defRPr sz="3300" b="0">
                <a:solidFill>
                  <a:srgbClr val="243B32"/>
                </a:solidFill>
                <a:latin typeface="Georgia"/>
                <a:ea typeface="Georgia"/>
                <a:cs typeface="Georgia"/>
              </a:defRPr>
            </a:lvl2pPr>
            <a:lvl3pPr>
              <a:defRPr sz="3300" b="0">
                <a:solidFill>
                  <a:srgbClr val="243B32"/>
                </a:solidFill>
                <a:latin typeface="Georgia"/>
                <a:ea typeface="Georgia"/>
                <a:cs typeface="Georgia"/>
              </a:defRPr>
            </a:lvl3pPr>
            <a:lvl4pPr>
              <a:defRPr sz="3300" b="0">
                <a:solidFill>
                  <a:srgbClr val="243B32"/>
                </a:solidFill>
                <a:latin typeface="Georgia"/>
                <a:ea typeface="Georgia"/>
                <a:cs typeface="Georgia"/>
              </a:defRPr>
            </a:lvl4pPr>
            <a:lvl5pPr>
              <a:defRPr sz="3300" b="0">
                <a:solidFill>
                  <a:srgbClr val="243B32"/>
                </a:solidFill>
                <a:latin typeface="Georgia"/>
                <a:ea typeface="Georgia"/>
                <a:cs typeface="Georgia"/>
              </a:defRPr>
            </a:lvl5pPr>
            <a:lvl6pPr>
              <a:defRPr sz="3300" b="0">
                <a:solidFill>
                  <a:srgbClr val="243B32"/>
                </a:solidFill>
                <a:latin typeface="Georgia"/>
                <a:ea typeface="Georgia"/>
                <a:cs typeface="Georgia"/>
              </a:defRPr>
            </a:lvl6pPr>
            <a:lvl7pPr>
              <a:defRPr sz="3300" b="0">
                <a:solidFill>
                  <a:srgbClr val="243B32"/>
                </a:solidFill>
                <a:latin typeface="Georgia"/>
                <a:ea typeface="Georgia"/>
                <a:cs typeface="Georgia"/>
              </a:defRPr>
            </a:lvl7pPr>
            <a:lvl8pPr>
              <a:defRPr sz="3300" b="0">
                <a:solidFill>
                  <a:srgbClr val="243B32"/>
                </a:solidFill>
                <a:latin typeface="Georgia"/>
                <a:ea typeface="Georgia"/>
                <a:cs typeface="Georgia"/>
              </a:defRPr>
            </a:lvl8pPr>
            <a:lvl9pPr>
              <a:defRPr sz="3300" b="0">
                <a:solidFill>
                  <a:srgbClr val="243B32"/>
                </a:solidFill>
                <a:latin typeface="Georgia"/>
                <a:ea typeface="Georgia"/>
                <a:cs typeface="Georgia"/>
              </a:defRPr>
            </a:lvl9pPr>
          </a:lstStyle>
          <a:p xmlns:a="http://schemas.openxmlformats.org/drawingml/2006/main">
            <a:pPr>
              <a:defRPr sz="3300" b="0">
                <a:solidFill>
                  <a:srgbClr val="243B32"/>
                </a:solidFill>
                <a:latin typeface="Georgia"/>
                <a:ea typeface="Georgia"/>
                <a:cs typeface="Georgia"/>
              </a:defRPr>
            </a:pPr>
            <a:r>
              <a:rPr sz="3300" b="0">
                <a:solidFill>
                  <a:srgbClr val="243B32"/>
                </a:solidFill>
                <a:latin typeface="Georgia"/>
                <a:ea typeface="Georgia"/>
                <a:cs typeface="Georgia"/>
              </a:rPr>
              <a:t>Как работает RAG</a:t>
            </a:r>
          </a:p>
        </p:txBody>
      </p:sp>
      <p:sp>
        <p:nvSpPr>
          <p:cNvPr id="2" name="">
            <a:extLst xmlns:a="http://schemas.openxmlformats.org/drawingml/2006/main">
              <a:ext uri="{FF2B5EF4-FFF2-40B4-BE49-F238E27FC236}">
                <a16:creationId xmlns:a16="http://schemas.microsoft.com/office/drawing/2014/main" id="{F78F499B-CFD8-4041-985C-1CD49C414B3A}"/>
              </a:ext>
            </a:extLst>
          </p:cNvPr>
          <p:cNvSpPr>
            <a:spLocks xmlns:a="http://schemas.openxmlformats.org/drawingml/2006/main" noGrp="1"/>
          </p:cNvSpPr>
          <p:nvPr/>
        </p:nvSpPr>
        <p:spPr>
          <a:xfrm xmlns:a="http://schemas.openxmlformats.org/drawingml/2006/main">
            <a:off x="685800" y="63341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74F3B"/>
                </a:solidFill>
                <a:latin typeface="Georgia"/>
                <a:ea typeface="Georgia"/>
                <a:cs typeface="Georgia"/>
              </a:defRPr>
            </a:defPPr>
            <a:lvl1pPr>
              <a:defRPr sz="1650" b="1">
                <a:solidFill>
                  <a:srgbClr val="174F3B"/>
                </a:solidFill>
                <a:latin typeface="Georgia"/>
                <a:ea typeface="Georgia"/>
                <a:cs typeface="Georgia"/>
              </a:defRPr>
            </a:lvl1pPr>
            <a:lvl2pPr>
              <a:defRPr sz="1650" b="1">
                <a:solidFill>
                  <a:srgbClr val="174F3B"/>
                </a:solidFill>
                <a:latin typeface="Georgia"/>
                <a:ea typeface="Georgia"/>
                <a:cs typeface="Georgia"/>
              </a:defRPr>
            </a:lvl2pPr>
            <a:lvl3pPr>
              <a:defRPr sz="1650" b="1">
                <a:solidFill>
                  <a:srgbClr val="174F3B"/>
                </a:solidFill>
                <a:latin typeface="Georgia"/>
                <a:ea typeface="Georgia"/>
                <a:cs typeface="Georgia"/>
              </a:defRPr>
            </a:lvl3pPr>
            <a:lvl4pPr>
              <a:defRPr sz="1650" b="1">
                <a:solidFill>
                  <a:srgbClr val="174F3B"/>
                </a:solidFill>
                <a:latin typeface="Georgia"/>
                <a:ea typeface="Georgia"/>
                <a:cs typeface="Georgia"/>
              </a:defRPr>
            </a:lvl4pPr>
            <a:lvl5pPr>
              <a:defRPr sz="1650" b="1">
                <a:solidFill>
                  <a:srgbClr val="174F3B"/>
                </a:solidFill>
                <a:latin typeface="Georgia"/>
                <a:ea typeface="Georgia"/>
                <a:cs typeface="Georgia"/>
              </a:defRPr>
            </a:lvl5pPr>
            <a:lvl6pPr>
              <a:defRPr sz="1650" b="1">
                <a:solidFill>
                  <a:srgbClr val="174F3B"/>
                </a:solidFill>
                <a:latin typeface="Georgia"/>
                <a:ea typeface="Georgia"/>
                <a:cs typeface="Georgia"/>
              </a:defRPr>
            </a:lvl6pPr>
            <a:lvl7pPr>
              <a:defRPr sz="1650" b="1">
                <a:solidFill>
                  <a:srgbClr val="174F3B"/>
                </a:solidFill>
                <a:latin typeface="Georgia"/>
                <a:ea typeface="Georgia"/>
                <a:cs typeface="Georgia"/>
              </a:defRPr>
            </a:lvl7pPr>
            <a:lvl8pPr>
              <a:defRPr sz="1650" b="1">
                <a:solidFill>
                  <a:srgbClr val="174F3B"/>
                </a:solidFill>
                <a:latin typeface="Georgia"/>
                <a:ea typeface="Georgia"/>
                <a:cs typeface="Georgia"/>
              </a:defRPr>
            </a:lvl8pPr>
            <a:lvl9pPr>
              <a:defRPr sz="1650" b="1">
                <a:solidFill>
                  <a:srgbClr val="174F3B"/>
                </a:solidFill>
                <a:latin typeface="Georgia"/>
                <a:ea typeface="Georgia"/>
                <a:cs typeface="Georgia"/>
              </a:defRPr>
            </a:lvl9pPr>
          </a:lstStyle>
          <a:p xmlns:a="http://schemas.openxmlformats.org/drawingml/2006/main">
            <a:pPr>
              <a:defRPr sz="1650" b="1">
                <a:solidFill>
                  <a:srgbClr val="174F3B"/>
                </a:solidFill>
                <a:latin typeface="Georgia"/>
                <a:ea typeface="Georgia"/>
                <a:cs typeface="Georgia"/>
              </a:defRPr>
            </a:pPr>
            <a:r>
              <a:rPr sz="1650" b="1">
                <a:solidFill>
                  <a:srgbClr val="174F3B"/>
                </a:solidFill>
                <a:latin typeface="Georgia"/>
                <a:ea typeface="Georgia"/>
                <a:cs typeface="Georgia"/>
              </a:rPr>
              <a:t>qadam</a:t>
            </a:r>
          </a:p>
        </p:txBody>
      </p:sp>
      <p:sp>
        <p:nvSpPr>
          <p:cNvPr id="3" name="">
            <a:extLst xmlns:a="http://schemas.openxmlformats.org/drawingml/2006/main">
              <a:ext uri="{FF2B5EF4-FFF2-40B4-BE49-F238E27FC236}">
                <a16:creationId xmlns:a16="http://schemas.microsoft.com/office/drawing/2014/main" id="{42C1E4CB-0D68-4778-9BE4-DF4408C56D57}"/>
              </a:ext>
            </a:extLst>
          </p:cNvPr>
          <p:cNvSpPr>
            <a:spLocks xmlns:a="http://schemas.openxmlformats.org/drawingml/2006/main" noGrp="1"/>
          </p:cNvSpPr>
          <p:nvPr/>
        </p:nvSpPr>
        <p:spPr>
          <a:xfrm xmlns:a="http://schemas.openxmlformats.org/drawingml/2006/main">
            <a:off x="110490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269"/>
                </a:solidFill>
                <a:latin typeface="Arial"/>
                <a:ea typeface="Arial"/>
                <a:cs typeface="Arial"/>
              </a:defRPr>
            </a:defPPr>
            <a:lvl1pPr>
              <a:defRPr sz="1350" b="0">
                <a:solidFill>
                  <a:srgbClr val="607269"/>
                </a:solidFill>
                <a:latin typeface="Arial"/>
                <a:ea typeface="Arial"/>
                <a:cs typeface="Arial"/>
              </a:defRPr>
            </a:lvl1pPr>
            <a:lvl2pPr>
              <a:defRPr sz="1350" b="0">
                <a:solidFill>
                  <a:srgbClr val="607269"/>
                </a:solidFill>
                <a:latin typeface="Arial"/>
                <a:ea typeface="Arial"/>
                <a:cs typeface="Arial"/>
              </a:defRPr>
            </a:lvl2pPr>
            <a:lvl3pPr>
              <a:defRPr sz="1350" b="0">
                <a:solidFill>
                  <a:srgbClr val="607269"/>
                </a:solidFill>
                <a:latin typeface="Arial"/>
                <a:ea typeface="Arial"/>
                <a:cs typeface="Arial"/>
              </a:defRPr>
            </a:lvl3pPr>
            <a:lvl4pPr>
              <a:defRPr sz="1350" b="0">
                <a:solidFill>
                  <a:srgbClr val="607269"/>
                </a:solidFill>
                <a:latin typeface="Arial"/>
                <a:ea typeface="Arial"/>
                <a:cs typeface="Arial"/>
              </a:defRPr>
            </a:lvl4pPr>
            <a:lvl5pPr>
              <a:defRPr sz="1350" b="0">
                <a:solidFill>
                  <a:srgbClr val="607269"/>
                </a:solidFill>
                <a:latin typeface="Arial"/>
                <a:ea typeface="Arial"/>
                <a:cs typeface="Arial"/>
              </a:defRPr>
            </a:lvl5pPr>
            <a:lvl6pPr>
              <a:defRPr sz="1350" b="0">
                <a:solidFill>
                  <a:srgbClr val="607269"/>
                </a:solidFill>
                <a:latin typeface="Arial"/>
                <a:ea typeface="Arial"/>
                <a:cs typeface="Arial"/>
              </a:defRPr>
            </a:lvl6pPr>
            <a:lvl7pPr>
              <a:defRPr sz="1350" b="0">
                <a:solidFill>
                  <a:srgbClr val="607269"/>
                </a:solidFill>
                <a:latin typeface="Arial"/>
                <a:ea typeface="Arial"/>
                <a:cs typeface="Arial"/>
              </a:defRPr>
            </a:lvl7pPr>
            <a:lvl8pPr>
              <a:defRPr sz="1350" b="0">
                <a:solidFill>
                  <a:srgbClr val="607269"/>
                </a:solidFill>
                <a:latin typeface="Arial"/>
                <a:ea typeface="Arial"/>
                <a:cs typeface="Arial"/>
              </a:defRPr>
            </a:lvl8pPr>
            <a:lvl9pPr>
              <a:defRPr sz="1350" b="0">
                <a:solidFill>
                  <a:srgbClr val="607269"/>
                </a:solidFill>
                <a:latin typeface="Arial"/>
                <a:ea typeface="Arial"/>
                <a:cs typeface="Arial"/>
              </a:defRPr>
            </a:lvl9pPr>
          </a:lstStyle>
          <a:p xmlns:a="http://schemas.openxmlformats.org/drawingml/2006/main">
            <a:pPr>
              <a:defRPr sz="1350" b="0">
                <a:solidFill>
                  <a:srgbClr val="607269"/>
                </a:solidFill>
                <a:latin typeface="Arial"/>
                <a:ea typeface="Arial"/>
                <a:cs typeface="Arial"/>
              </a:defRPr>
            </a:pPr>
            <a:r>
              <a:rPr sz="1350" b="0">
                <a:solidFill>
                  <a:srgbClr val="607269"/>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6DFEB9A8-C547-4B16-8870-B35FFCA2AB24}"/>
              </a:ext>
            </a:extLst>
          </p:cNvPr>
          <p:cNvSpPr>
            <a:spLocks xmlns:a="http://schemas.openxmlformats.org/drawingml/2006/main" noGrp="1"/>
          </p:cNvSpPr>
          <p:nvPr/>
        </p:nvSpPr>
        <p:spPr>
          <a:xfrm xmlns:a="http://schemas.openxmlformats.org/drawingml/2006/main">
            <a:off x="704850" y="15811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C38B32"/>
                </a:solidFill>
                <a:latin typeface="Arial"/>
                <a:ea typeface="Arial"/>
                <a:cs typeface="Arial"/>
              </a:defRPr>
            </a:defPPr>
            <a:lvl1pPr>
              <a:defRPr sz="2325" b="0">
                <a:solidFill>
                  <a:srgbClr val="C38B32"/>
                </a:solidFill>
                <a:latin typeface="Arial"/>
                <a:ea typeface="Arial"/>
                <a:cs typeface="Arial"/>
              </a:defRPr>
            </a:lvl1pPr>
            <a:lvl2pPr>
              <a:defRPr sz="2325" b="0">
                <a:solidFill>
                  <a:srgbClr val="C38B32"/>
                </a:solidFill>
                <a:latin typeface="Arial"/>
                <a:ea typeface="Arial"/>
                <a:cs typeface="Arial"/>
              </a:defRPr>
            </a:lvl2pPr>
            <a:lvl3pPr>
              <a:defRPr sz="2325" b="0">
                <a:solidFill>
                  <a:srgbClr val="C38B32"/>
                </a:solidFill>
                <a:latin typeface="Arial"/>
                <a:ea typeface="Arial"/>
                <a:cs typeface="Arial"/>
              </a:defRPr>
            </a:lvl3pPr>
            <a:lvl4pPr>
              <a:defRPr sz="2325" b="0">
                <a:solidFill>
                  <a:srgbClr val="C38B32"/>
                </a:solidFill>
                <a:latin typeface="Arial"/>
                <a:ea typeface="Arial"/>
                <a:cs typeface="Arial"/>
              </a:defRPr>
            </a:lvl4pPr>
            <a:lvl5pPr>
              <a:defRPr sz="2325" b="0">
                <a:solidFill>
                  <a:srgbClr val="C38B32"/>
                </a:solidFill>
                <a:latin typeface="Arial"/>
                <a:ea typeface="Arial"/>
                <a:cs typeface="Arial"/>
              </a:defRPr>
            </a:lvl5pPr>
            <a:lvl6pPr>
              <a:defRPr sz="2325" b="0">
                <a:solidFill>
                  <a:srgbClr val="C38B32"/>
                </a:solidFill>
                <a:latin typeface="Arial"/>
                <a:ea typeface="Arial"/>
                <a:cs typeface="Arial"/>
              </a:defRPr>
            </a:lvl6pPr>
            <a:lvl7pPr>
              <a:defRPr sz="2325" b="0">
                <a:solidFill>
                  <a:srgbClr val="C38B32"/>
                </a:solidFill>
                <a:latin typeface="Arial"/>
                <a:ea typeface="Arial"/>
                <a:cs typeface="Arial"/>
              </a:defRPr>
            </a:lvl7pPr>
            <a:lvl8pPr>
              <a:defRPr sz="2325" b="0">
                <a:solidFill>
                  <a:srgbClr val="C38B32"/>
                </a:solidFill>
                <a:latin typeface="Arial"/>
                <a:ea typeface="Arial"/>
                <a:cs typeface="Arial"/>
              </a:defRPr>
            </a:lvl8pPr>
            <a:lvl9pPr>
              <a:defRPr sz="2325" b="0">
                <a:solidFill>
                  <a:srgbClr val="C38B32"/>
                </a:solidFill>
                <a:latin typeface="Arial"/>
                <a:ea typeface="Arial"/>
                <a:cs typeface="Arial"/>
              </a:defRPr>
            </a:lvl9pPr>
          </a:lstStyle>
          <a:p xmlns:a="http://schemas.openxmlformats.org/drawingml/2006/main">
            <a:pPr>
              <a:defRPr sz="2325" b="0">
                <a:solidFill>
                  <a:srgbClr val="C38B32"/>
                </a:solidFill>
                <a:latin typeface="Arial"/>
                <a:ea typeface="Arial"/>
                <a:cs typeface="Arial"/>
              </a:defRPr>
            </a:pPr>
            <a:r>
              <a:rPr sz="2325" b="0">
                <a:solidFill>
                  <a:srgbClr val="C38B3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FCD6979-0C42-45C8-846C-66CA39DA2C3F}"/>
              </a:ext>
            </a:extLst>
          </p:cNvPr>
          <p:cNvSpPr>
            <a:spLocks xmlns:a="http://schemas.openxmlformats.org/drawingml/2006/main" noGrp="1"/>
          </p:cNvSpPr>
          <p:nvPr/>
        </p:nvSpPr>
        <p:spPr>
          <a:xfrm xmlns:a="http://schemas.openxmlformats.org/drawingml/2006/main">
            <a:off x="1562100" y="15811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4F3B"/>
                </a:solidFill>
                <a:latin typeface="Arial"/>
                <a:ea typeface="Arial"/>
                <a:cs typeface="Arial"/>
              </a:defRPr>
            </a:defPPr>
            <a:lvl1pPr>
              <a:defRPr sz="2250" b="1">
                <a:solidFill>
                  <a:srgbClr val="174F3B"/>
                </a:solidFill>
                <a:latin typeface="Arial"/>
                <a:ea typeface="Arial"/>
                <a:cs typeface="Arial"/>
              </a:defRPr>
            </a:lvl1pPr>
            <a:lvl2pPr>
              <a:defRPr sz="2250" b="1">
                <a:solidFill>
                  <a:srgbClr val="174F3B"/>
                </a:solidFill>
                <a:latin typeface="Arial"/>
                <a:ea typeface="Arial"/>
                <a:cs typeface="Arial"/>
              </a:defRPr>
            </a:lvl2pPr>
            <a:lvl3pPr>
              <a:defRPr sz="2250" b="1">
                <a:solidFill>
                  <a:srgbClr val="174F3B"/>
                </a:solidFill>
                <a:latin typeface="Arial"/>
                <a:ea typeface="Arial"/>
                <a:cs typeface="Arial"/>
              </a:defRPr>
            </a:lvl3pPr>
            <a:lvl4pPr>
              <a:defRPr sz="2250" b="1">
                <a:solidFill>
                  <a:srgbClr val="174F3B"/>
                </a:solidFill>
                <a:latin typeface="Arial"/>
                <a:ea typeface="Arial"/>
                <a:cs typeface="Arial"/>
              </a:defRPr>
            </a:lvl4pPr>
            <a:lvl5pPr>
              <a:defRPr sz="2250" b="1">
                <a:solidFill>
                  <a:srgbClr val="174F3B"/>
                </a:solidFill>
                <a:latin typeface="Arial"/>
                <a:ea typeface="Arial"/>
                <a:cs typeface="Arial"/>
              </a:defRPr>
            </a:lvl5pPr>
            <a:lvl6pPr>
              <a:defRPr sz="2250" b="1">
                <a:solidFill>
                  <a:srgbClr val="174F3B"/>
                </a:solidFill>
                <a:latin typeface="Arial"/>
                <a:ea typeface="Arial"/>
                <a:cs typeface="Arial"/>
              </a:defRPr>
            </a:lvl6pPr>
            <a:lvl7pPr>
              <a:defRPr sz="2250" b="1">
                <a:solidFill>
                  <a:srgbClr val="174F3B"/>
                </a:solidFill>
                <a:latin typeface="Arial"/>
                <a:ea typeface="Arial"/>
                <a:cs typeface="Arial"/>
              </a:defRPr>
            </a:lvl7pPr>
            <a:lvl8pPr>
              <a:defRPr sz="2250" b="1">
                <a:solidFill>
                  <a:srgbClr val="174F3B"/>
                </a:solidFill>
                <a:latin typeface="Arial"/>
                <a:ea typeface="Arial"/>
                <a:cs typeface="Arial"/>
              </a:defRPr>
            </a:lvl8pPr>
            <a:lvl9pPr>
              <a:defRPr sz="2250" b="1">
                <a:solidFill>
                  <a:srgbClr val="174F3B"/>
                </a:solidFill>
                <a:latin typeface="Arial"/>
                <a:ea typeface="Arial"/>
                <a:cs typeface="Arial"/>
              </a:defRPr>
            </a:lvl9pPr>
          </a:lstStyle>
          <a:p xmlns:a="http://schemas.openxmlformats.org/drawingml/2006/main">
            <a:pPr>
              <a:defRPr sz="2250" b="1">
                <a:solidFill>
                  <a:srgbClr val="174F3B"/>
                </a:solidFill>
                <a:latin typeface="Arial"/>
                <a:ea typeface="Arial"/>
                <a:cs typeface="Arial"/>
              </a:defRPr>
            </a:pPr>
            <a:r>
              <a:rPr sz="2250" b="1">
                <a:solidFill>
                  <a:srgbClr val="174F3B"/>
                </a:solidFill>
                <a:latin typeface="Arial"/>
                <a:ea typeface="Arial"/>
                <a:cs typeface="Arial"/>
              </a:rPr>
              <a:t>Каталог</a:t>
            </a:r>
          </a:p>
        </p:txBody>
      </p:sp>
      <p:sp>
        <p:nvSpPr>
          <p:cNvPr id="6" name="">
            <a:extLst xmlns:a="http://schemas.openxmlformats.org/drawingml/2006/main">
              <a:ext uri="{FF2B5EF4-FFF2-40B4-BE49-F238E27FC236}">
                <a16:creationId xmlns:a16="http://schemas.microsoft.com/office/drawing/2014/main" id="{9DBE393B-4BF0-4907-98A9-46FCF9FA6BAD}"/>
              </a:ext>
            </a:extLst>
          </p:cNvPr>
          <p:cNvSpPr>
            <a:spLocks xmlns:a="http://schemas.openxmlformats.org/drawingml/2006/main" noGrp="1"/>
          </p:cNvSpPr>
          <p:nvPr/>
        </p:nvSpPr>
        <p:spPr>
          <a:xfrm xmlns:a="http://schemas.openxmlformats.org/drawingml/2006/main">
            <a:off x="4429125" y="1609725"/>
            <a:ext cx="704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3B32"/>
                </a:solidFill>
                <a:latin typeface="Arial"/>
                <a:ea typeface="Arial"/>
                <a:cs typeface="Arial"/>
              </a:defRPr>
            </a:defPPr>
            <a:lvl1pPr>
              <a:defRPr sz="1875" b="0">
                <a:solidFill>
                  <a:srgbClr val="243B32"/>
                </a:solidFill>
                <a:latin typeface="Arial"/>
                <a:ea typeface="Arial"/>
                <a:cs typeface="Arial"/>
              </a:defRPr>
            </a:lvl1pPr>
            <a:lvl2pPr>
              <a:defRPr sz="1875" b="0">
                <a:solidFill>
                  <a:srgbClr val="243B32"/>
                </a:solidFill>
                <a:latin typeface="Arial"/>
                <a:ea typeface="Arial"/>
                <a:cs typeface="Arial"/>
              </a:defRPr>
            </a:lvl2pPr>
            <a:lvl3pPr>
              <a:defRPr sz="1875" b="0">
                <a:solidFill>
                  <a:srgbClr val="243B32"/>
                </a:solidFill>
                <a:latin typeface="Arial"/>
                <a:ea typeface="Arial"/>
                <a:cs typeface="Arial"/>
              </a:defRPr>
            </a:lvl3pPr>
            <a:lvl4pPr>
              <a:defRPr sz="1875" b="0">
                <a:solidFill>
                  <a:srgbClr val="243B32"/>
                </a:solidFill>
                <a:latin typeface="Arial"/>
                <a:ea typeface="Arial"/>
                <a:cs typeface="Arial"/>
              </a:defRPr>
            </a:lvl4pPr>
            <a:lvl5pPr>
              <a:defRPr sz="1875" b="0">
                <a:solidFill>
                  <a:srgbClr val="243B32"/>
                </a:solidFill>
                <a:latin typeface="Arial"/>
                <a:ea typeface="Arial"/>
                <a:cs typeface="Arial"/>
              </a:defRPr>
            </a:lvl5pPr>
            <a:lvl6pPr>
              <a:defRPr sz="1875" b="0">
                <a:solidFill>
                  <a:srgbClr val="243B32"/>
                </a:solidFill>
                <a:latin typeface="Arial"/>
                <a:ea typeface="Arial"/>
                <a:cs typeface="Arial"/>
              </a:defRPr>
            </a:lvl6pPr>
            <a:lvl7pPr>
              <a:defRPr sz="1875" b="0">
                <a:solidFill>
                  <a:srgbClr val="243B32"/>
                </a:solidFill>
                <a:latin typeface="Arial"/>
                <a:ea typeface="Arial"/>
                <a:cs typeface="Arial"/>
              </a:defRPr>
            </a:lvl7pPr>
            <a:lvl8pPr>
              <a:defRPr sz="1875" b="0">
                <a:solidFill>
                  <a:srgbClr val="243B32"/>
                </a:solidFill>
                <a:latin typeface="Arial"/>
                <a:ea typeface="Arial"/>
                <a:cs typeface="Arial"/>
              </a:defRPr>
            </a:lvl8pPr>
            <a:lvl9pPr>
              <a:defRPr sz="1875" b="0">
                <a:solidFill>
                  <a:srgbClr val="243B32"/>
                </a:solidFill>
                <a:latin typeface="Arial"/>
                <a:ea typeface="Arial"/>
                <a:cs typeface="Arial"/>
              </a:defRPr>
            </a:lvl9pPr>
          </a:lstStyle>
          <a:p xmlns:a="http://schemas.openxmlformats.org/drawingml/2006/main">
            <a:pPr>
              <a:defRPr sz="1875" b="0">
                <a:solidFill>
                  <a:srgbClr val="243B32"/>
                </a:solidFill>
                <a:latin typeface="Arial"/>
                <a:ea typeface="Arial"/>
                <a:cs typeface="Arial"/>
              </a:defRPr>
            </a:pPr>
            <a:r>
              <a:rPr sz="1875" b="0">
                <a:solidFill>
                  <a:srgbClr val="243B32"/>
                </a:solidFill>
                <a:latin typeface="Arial"/>
                <a:ea typeface="Arial"/>
                <a:cs typeface="Arial"/>
              </a:rPr>
              <a:t>Автоматический снимок и редакционные описания</a:t>
            </a:r>
          </a:p>
        </p:txBody>
      </p:sp>
      <p:sp>
        <p:nvSpPr>
          <p:cNvPr id="7" name="">
            <a:extLst xmlns:a="http://schemas.openxmlformats.org/drawingml/2006/main">
              <a:ext uri="{FF2B5EF4-FFF2-40B4-BE49-F238E27FC236}">
                <a16:creationId xmlns:a16="http://schemas.microsoft.com/office/drawing/2014/main" id="{D975E670-B3D6-4089-977E-25D4754C790E}"/>
              </a:ext>
            </a:extLst>
          </p:cNvPr>
          <p:cNvSpPr>
            <a:spLocks xmlns:a="http://schemas.openxmlformats.org/drawingml/2006/main" noGrp="1"/>
          </p:cNvSpPr>
          <p:nvPr/>
        </p:nvSpPr>
        <p:spPr>
          <a:xfrm xmlns:a="http://schemas.openxmlformats.org/drawingml/2006/main">
            <a:off x="704850" y="24003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C38B32"/>
                </a:solidFill>
                <a:latin typeface="Arial"/>
                <a:ea typeface="Arial"/>
                <a:cs typeface="Arial"/>
              </a:defRPr>
            </a:defPPr>
            <a:lvl1pPr>
              <a:defRPr sz="2325" b="0">
                <a:solidFill>
                  <a:srgbClr val="C38B32"/>
                </a:solidFill>
                <a:latin typeface="Arial"/>
                <a:ea typeface="Arial"/>
                <a:cs typeface="Arial"/>
              </a:defRPr>
            </a:lvl1pPr>
            <a:lvl2pPr>
              <a:defRPr sz="2325" b="0">
                <a:solidFill>
                  <a:srgbClr val="C38B32"/>
                </a:solidFill>
                <a:latin typeface="Arial"/>
                <a:ea typeface="Arial"/>
                <a:cs typeface="Arial"/>
              </a:defRPr>
            </a:lvl2pPr>
            <a:lvl3pPr>
              <a:defRPr sz="2325" b="0">
                <a:solidFill>
                  <a:srgbClr val="C38B32"/>
                </a:solidFill>
                <a:latin typeface="Arial"/>
                <a:ea typeface="Arial"/>
                <a:cs typeface="Arial"/>
              </a:defRPr>
            </a:lvl3pPr>
            <a:lvl4pPr>
              <a:defRPr sz="2325" b="0">
                <a:solidFill>
                  <a:srgbClr val="C38B32"/>
                </a:solidFill>
                <a:latin typeface="Arial"/>
                <a:ea typeface="Arial"/>
                <a:cs typeface="Arial"/>
              </a:defRPr>
            </a:lvl4pPr>
            <a:lvl5pPr>
              <a:defRPr sz="2325" b="0">
                <a:solidFill>
                  <a:srgbClr val="C38B32"/>
                </a:solidFill>
                <a:latin typeface="Arial"/>
                <a:ea typeface="Arial"/>
                <a:cs typeface="Arial"/>
              </a:defRPr>
            </a:lvl5pPr>
            <a:lvl6pPr>
              <a:defRPr sz="2325" b="0">
                <a:solidFill>
                  <a:srgbClr val="C38B32"/>
                </a:solidFill>
                <a:latin typeface="Arial"/>
                <a:ea typeface="Arial"/>
                <a:cs typeface="Arial"/>
              </a:defRPr>
            </a:lvl6pPr>
            <a:lvl7pPr>
              <a:defRPr sz="2325" b="0">
                <a:solidFill>
                  <a:srgbClr val="C38B32"/>
                </a:solidFill>
                <a:latin typeface="Arial"/>
                <a:ea typeface="Arial"/>
                <a:cs typeface="Arial"/>
              </a:defRPr>
            </a:lvl7pPr>
            <a:lvl8pPr>
              <a:defRPr sz="2325" b="0">
                <a:solidFill>
                  <a:srgbClr val="C38B32"/>
                </a:solidFill>
                <a:latin typeface="Arial"/>
                <a:ea typeface="Arial"/>
                <a:cs typeface="Arial"/>
              </a:defRPr>
            </a:lvl8pPr>
            <a:lvl9pPr>
              <a:defRPr sz="2325" b="0">
                <a:solidFill>
                  <a:srgbClr val="C38B32"/>
                </a:solidFill>
                <a:latin typeface="Arial"/>
                <a:ea typeface="Arial"/>
                <a:cs typeface="Arial"/>
              </a:defRPr>
            </a:lvl9pPr>
          </a:lstStyle>
          <a:p xmlns:a="http://schemas.openxmlformats.org/drawingml/2006/main">
            <a:pPr>
              <a:defRPr sz="2325" b="0">
                <a:solidFill>
                  <a:srgbClr val="C38B32"/>
                </a:solidFill>
                <a:latin typeface="Arial"/>
                <a:ea typeface="Arial"/>
                <a:cs typeface="Arial"/>
              </a:defRPr>
            </a:pPr>
            <a:r>
              <a:rPr sz="2325" b="0">
                <a:solidFill>
                  <a:srgbClr val="C38B32"/>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FABD9D9-69F7-4E9F-9A4E-587CCD583E0D}"/>
              </a:ext>
            </a:extLst>
          </p:cNvPr>
          <p:cNvSpPr>
            <a:spLocks xmlns:a="http://schemas.openxmlformats.org/drawingml/2006/main" noGrp="1"/>
          </p:cNvSpPr>
          <p:nvPr/>
        </p:nvSpPr>
        <p:spPr>
          <a:xfrm xmlns:a="http://schemas.openxmlformats.org/drawingml/2006/main">
            <a:off x="1562100" y="240030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4F3B"/>
                </a:solidFill>
                <a:latin typeface="Arial"/>
                <a:ea typeface="Arial"/>
                <a:cs typeface="Arial"/>
              </a:defRPr>
            </a:defPPr>
            <a:lvl1pPr>
              <a:defRPr sz="2250" b="1">
                <a:solidFill>
                  <a:srgbClr val="174F3B"/>
                </a:solidFill>
                <a:latin typeface="Arial"/>
                <a:ea typeface="Arial"/>
                <a:cs typeface="Arial"/>
              </a:defRPr>
            </a:lvl1pPr>
            <a:lvl2pPr>
              <a:defRPr sz="2250" b="1">
                <a:solidFill>
                  <a:srgbClr val="174F3B"/>
                </a:solidFill>
                <a:latin typeface="Arial"/>
                <a:ea typeface="Arial"/>
                <a:cs typeface="Arial"/>
              </a:defRPr>
            </a:lvl2pPr>
            <a:lvl3pPr>
              <a:defRPr sz="2250" b="1">
                <a:solidFill>
                  <a:srgbClr val="174F3B"/>
                </a:solidFill>
                <a:latin typeface="Arial"/>
                <a:ea typeface="Arial"/>
                <a:cs typeface="Arial"/>
              </a:defRPr>
            </a:lvl3pPr>
            <a:lvl4pPr>
              <a:defRPr sz="2250" b="1">
                <a:solidFill>
                  <a:srgbClr val="174F3B"/>
                </a:solidFill>
                <a:latin typeface="Arial"/>
                <a:ea typeface="Arial"/>
                <a:cs typeface="Arial"/>
              </a:defRPr>
            </a:lvl4pPr>
            <a:lvl5pPr>
              <a:defRPr sz="2250" b="1">
                <a:solidFill>
                  <a:srgbClr val="174F3B"/>
                </a:solidFill>
                <a:latin typeface="Arial"/>
                <a:ea typeface="Arial"/>
                <a:cs typeface="Arial"/>
              </a:defRPr>
            </a:lvl5pPr>
            <a:lvl6pPr>
              <a:defRPr sz="2250" b="1">
                <a:solidFill>
                  <a:srgbClr val="174F3B"/>
                </a:solidFill>
                <a:latin typeface="Arial"/>
                <a:ea typeface="Arial"/>
                <a:cs typeface="Arial"/>
              </a:defRPr>
            </a:lvl6pPr>
            <a:lvl7pPr>
              <a:defRPr sz="2250" b="1">
                <a:solidFill>
                  <a:srgbClr val="174F3B"/>
                </a:solidFill>
                <a:latin typeface="Arial"/>
                <a:ea typeface="Arial"/>
                <a:cs typeface="Arial"/>
              </a:defRPr>
            </a:lvl7pPr>
            <a:lvl8pPr>
              <a:defRPr sz="2250" b="1">
                <a:solidFill>
                  <a:srgbClr val="174F3B"/>
                </a:solidFill>
                <a:latin typeface="Arial"/>
                <a:ea typeface="Arial"/>
                <a:cs typeface="Arial"/>
              </a:defRPr>
            </a:lvl8pPr>
            <a:lvl9pPr>
              <a:defRPr sz="2250" b="1">
                <a:solidFill>
                  <a:srgbClr val="174F3B"/>
                </a:solidFill>
                <a:latin typeface="Arial"/>
                <a:ea typeface="Arial"/>
                <a:cs typeface="Arial"/>
              </a:defRPr>
            </a:lvl9pPr>
          </a:lstStyle>
          <a:p xmlns:a="http://schemas.openxmlformats.org/drawingml/2006/main">
            <a:pPr>
              <a:defRPr sz="2250" b="1">
                <a:solidFill>
                  <a:srgbClr val="174F3B"/>
                </a:solidFill>
                <a:latin typeface="Arial"/>
                <a:ea typeface="Arial"/>
                <a:cs typeface="Arial"/>
              </a:defRPr>
            </a:pPr>
            <a:r>
              <a:rPr sz="2250" b="1">
                <a:solidFill>
                  <a:srgbClr val="174F3B"/>
                </a:solidFill>
                <a:latin typeface="Arial"/>
                <a:ea typeface="Arial"/>
                <a:cs typeface="Arial"/>
              </a:rPr>
              <a:t>Ограничения</a:t>
            </a:r>
          </a:p>
        </p:txBody>
      </p:sp>
      <p:sp>
        <p:nvSpPr>
          <p:cNvPr id="9" name="">
            <a:extLst xmlns:a="http://schemas.openxmlformats.org/drawingml/2006/main">
              <a:ext uri="{FF2B5EF4-FFF2-40B4-BE49-F238E27FC236}">
                <a16:creationId xmlns:a16="http://schemas.microsoft.com/office/drawing/2014/main" id="{05DBC80F-C29B-40E9-ADA8-DAF2E74A5B42}"/>
              </a:ext>
            </a:extLst>
          </p:cNvPr>
          <p:cNvSpPr>
            <a:spLocks xmlns:a="http://schemas.openxmlformats.org/drawingml/2006/main" noGrp="1"/>
          </p:cNvSpPr>
          <p:nvPr/>
        </p:nvSpPr>
        <p:spPr>
          <a:xfrm xmlns:a="http://schemas.openxmlformats.org/drawingml/2006/main">
            <a:off x="4429125" y="2428875"/>
            <a:ext cx="704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3B32"/>
                </a:solidFill>
                <a:latin typeface="Arial"/>
                <a:ea typeface="Arial"/>
                <a:cs typeface="Arial"/>
              </a:defRPr>
            </a:defPPr>
            <a:lvl1pPr>
              <a:defRPr sz="1875" b="0">
                <a:solidFill>
                  <a:srgbClr val="243B32"/>
                </a:solidFill>
                <a:latin typeface="Arial"/>
                <a:ea typeface="Arial"/>
                <a:cs typeface="Arial"/>
              </a:defRPr>
            </a:lvl1pPr>
            <a:lvl2pPr>
              <a:defRPr sz="1875" b="0">
                <a:solidFill>
                  <a:srgbClr val="243B32"/>
                </a:solidFill>
                <a:latin typeface="Arial"/>
                <a:ea typeface="Arial"/>
                <a:cs typeface="Arial"/>
              </a:defRPr>
            </a:lvl2pPr>
            <a:lvl3pPr>
              <a:defRPr sz="1875" b="0">
                <a:solidFill>
                  <a:srgbClr val="243B32"/>
                </a:solidFill>
                <a:latin typeface="Arial"/>
                <a:ea typeface="Arial"/>
                <a:cs typeface="Arial"/>
              </a:defRPr>
            </a:lvl3pPr>
            <a:lvl4pPr>
              <a:defRPr sz="1875" b="0">
                <a:solidFill>
                  <a:srgbClr val="243B32"/>
                </a:solidFill>
                <a:latin typeface="Arial"/>
                <a:ea typeface="Arial"/>
                <a:cs typeface="Arial"/>
              </a:defRPr>
            </a:lvl4pPr>
            <a:lvl5pPr>
              <a:defRPr sz="1875" b="0">
                <a:solidFill>
                  <a:srgbClr val="243B32"/>
                </a:solidFill>
                <a:latin typeface="Arial"/>
                <a:ea typeface="Arial"/>
                <a:cs typeface="Arial"/>
              </a:defRPr>
            </a:lvl5pPr>
            <a:lvl6pPr>
              <a:defRPr sz="1875" b="0">
                <a:solidFill>
                  <a:srgbClr val="243B32"/>
                </a:solidFill>
                <a:latin typeface="Arial"/>
                <a:ea typeface="Arial"/>
                <a:cs typeface="Arial"/>
              </a:defRPr>
            </a:lvl6pPr>
            <a:lvl7pPr>
              <a:defRPr sz="1875" b="0">
                <a:solidFill>
                  <a:srgbClr val="243B32"/>
                </a:solidFill>
                <a:latin typeface="Arial"/>
                <a:ea typeface="Arial"/>
                <a:cs typeface="Arial"/>
              </a:defRPr>
            </a:lvl7pPr>
            <a:lvl8pPr>
              <a:defRPr sz="1875" b="0">
                <a:solidFill>
                  <a:srgbClr val="243B32"/>
                </a:solidFill>
                <a:latin typeface="Arial"/>
                <a:ea typeface="Arial"/>
                <a:cs typeface="Arial"/>
              </a:defRPr>
            </a:lvl8pPr>
            <a:lvl9pPr>
              <a:defRPr sz="1875" b="0">
                <a:solidFill>
                  <a:srgbClr val="243B32"/>
                </a:solidFill>
                <a:latin typeface="Arial"/>
                <a:ea typeface="Arial"/>
                <a:cs typeface="Arial"/>
              </a:defRPr>
            </a:lvl9pPr>
          </a:lstStyle>
          <a:p xmlns:a="http://schemas.openxmlformats.org/drawingml/2006/main">
            <a:pPr>
              <a:defRPr sz="1875" b="0">
                <a:solidFill>
                  <a:srgbClr val="243B32"/>
                </a:solidFill>
                <a:latin typeface="Arial"/>
                <a:ea typeface="Arial"/>
                <a:cs typeface="Arial"/>
              </a:defRPr>
            </a:pPr>
            <a:r>
              <a:rPr sz="1875" b="0">
                <a:solidFill>
                  <a:srgbClr val="243B32"/>
                </a:solidFill>
                <a:latin typeface="Arial"/>
                <a:ea typeface="Arial"/>
                <a:cs typeface="Arial"/>
              </a:rPr>
              <a:t>Погода, расстояние и доступное время</a:t>
            </a:r>
          </a:p>
        </p:txBody>
      </p:sp>
      <p:sp>
        <p:nvSpPr>
          <p:cNvPr id="10" name="">
            <a:extLst xmlns:a="http://schemas.openxmlformats.org/drawingml/2006/main">
              <a:ext uri="{FF2B5EF4-FFF2-40B4-BE49-F238E27FC236}">
                <a16:creationId xmlns:a16="http://schemas.microsoft.com/office/drawing/2014/main" id="{A491C223-F554-45B3-BFE3-35E68F74FE6C}"/>
              </a:ext>
            </a:extLst>
          </p:cNvPr>
          <p:cNvSpPr>
            <a:spLocks xmlns:a="http://schemas.openxmlformats.org/drawingml/2006/main" noGrp="1"/>
          </p:cNvSpPr>
          <p:nvPr/>
        </p:nvSpPr>
        <p:spPr>
          <a:xfrm xmlns:a="http://schemas.openxmlformats.org/drawingml/2006/main">
            <a:off x="704850" y="32194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C38B32"/>
                </a:solidFill>
                <a:latin typeface="Arial"/>
                <a:ea typeface="Arial"/>
                <a:cs typeface="Arial"/>
              </a:defRPr>
            </a:defPPr>
            <a:lvl1pPr>
              <a:defRPr sz="2325" b="0">
                <a:solidFill>
                  <a:srgbClr val="C38B32"/>
                </a:solidFill>
                <a:latin typeface="Arial"/>
                <a:ea typeface="Arial"/>
                <a:cs typeface="Arial"/>
              </a:defRPr>
            </a:lvl1pPr>
            <a:lvl2pPr>
              <a:defRPr sz="2325" b="0">
                <a:solidFill>
                  <a:srgbClr val="C38B32"/>
                </a:solidFill>
                <a:latin typeface="Arial"/>
                <a:ea typeface="Arial"/>
                <a:cs typeface="Arial"/>
              </a:defRPr>
            </a:lvl2pPr>
            <a:lvl3pPr>
              <a:defRPr sz="2325" b="0">
                <a:solidFill>
                  <a:srgbClr val="C38B32"/>
                </a:solidFill>
                <a:latin typeface="Arial"/>
                <a:ea typeface="Arial"/>
                <a:cs typeface="Arial"/>
              </a:defRPr>
            </a:lvl3pPr>
            <a:lvl4pPr>
              <a:defRPr sz="2325" b="0">
                <a:solidFill>
                  <a:srgbClr val="C38B32"/>
                </a:solidFill>
                <a:latin typeface="Arial"/>
                <a:ea typeface="Arial"/>
                <a:cs typeface="Arial"/>
              </a:defRPr>
            </a:lvl4pPr>
            <a:lvl5pPr>
              <a:defRPr sz="2325" b="0">
                <a:solidFill>
                  <a:srgbClr val="C38B32"/>
                </a:solidFill>
                <a:latin typeface="Arial"/>
                <a:ea typeface="Arial"/>
                <a:cs typeface="Arial"/>
              </a:defRPr>
            </a:lvl5pPr>
            <a:lvl6pPr>
              <a:defRPr sz="2325" b="0">
                <a:solidFill>
                  <a:srgbClr val="C38B32"/>
                </a:solidFill>
                <a:latin typeface="Arial"/>
                <a:ea typeface="Arial"/>
                <a:cs typeface="Arial"/>
              </a:defRPr>
            </a:lvl6pPr>
            <a:lvl7pPr>
              <a:defRPr sz="2325" b="0">
                <a:solidFill>
                  <a:srgbClr val="C38B32"/>
                </a:solidFill>
                <a:latin typeface="Arial"/>
                <a:ea typeface="Arial"/>
                <a:cs typeface="Arial"/>
              </a:defRPr>
            </a:lvl7pPr>
            <a:lvl8pPr>
              <a:defRPr sz="2325" b="0">
                <a:solidFill>
                  <a:srgbClr val="C38B32"/>
                </a:solidFill>
                <a:latin typeface="Arial"/>
                <a:ea typeface="Arial"/>
                <a:cs typeface="Arial"/>
              </a:defRPr>
            </a:lvl8pPr>
            <a:lvl9pPr>
              <a:defRPr sz="2325" b="0">
                <a:solidFill>
                  <a:srgbClr val="C38B32"/>
                </a:solidFill>
                <a:latin typeface="Arial"/>
                <a:ea typeface="Arial"/>
                <a:cs typeface="Arial"/>
              </a:defRPr>
            </a:lvl9pPr>
          </a:lstStyle>
          <a:p xmlns:a="http://schemas.openxmlformats.org/drawingml/2006/main">
            <a:pPr>
              <a:defRPr sz="2325" b="0">
                <a:solidFill>
                  <a:srgbClr val="C38B32"/>
                </a:solidFill>
                <a:latin typeface="Arial"/>
                <a:ea typeface="Arial"/>
                <a:cs typeface="Arial"/>
              </a:defRPr>
            </a:pPr>
            <a:r>
              <a:rPr sz="2325" b="0">
                <a:solidFill>
                  <a:srgbClr val="C38B32"/>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9918C388-FFD3-40BD-81A2-0171F7217DBC}"/>
              </a:ext>
            </a:extLst>
          </p:cNvPr>
          <p:cNvSpPr>
            <a:spLocks xmlns:a="http://schemas.openxmlformats.org/drawingml/2006/main" noGrp="1"/>
          </p:cNvSpPr>
          <p:nvPr/>
        </p:nvSpPr>
        <p:spPr>
          <a:xfrm xmlns:a="http://schemas.openxmlformats.org/drawingml/2006/main">
            <a:off x="1562100" y="32194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4F3B"/>
                </a:solidFill>
                <a:latin typeface="Arial"/>
                <a:ea typeface="Arial"/>
                <a:cs typeface="Arial"/>
              </a:defRPr>
            </a:defPPr>
            <a:lvl1pPr>
              <a:defRPr sz="2250" b="1">
                <a:solidFill>
                  <a:srgbClr val="174F3B"/>
                </a:solidFill>
                <a:latin typeface="Arial"/>
                <a:ea typeface="Arial"/>
                <a:cs typeface="Arial"/>
              </a:defRPr>
            </a:lvl1pPr>
            <a:lvl2pPr>
              <a:defRPr sz="2250" b="1">
                <a:solidFill>
                  <a:srgbClr val="174F3B"/>
                </a:solidFill>
                <a:latin typeface="Arial"/>
                <a:ea typeface="Arial"/>
                <a:cs typeface="Arial"/>
              </a:defRPr>
            </a:lvl2pPr>
            <a:lvl3pPr>
              <a:defRPr sz="2250" b="1">
                <a:solidFill>
                  <a:srgbClr val="174F3B"/>
                </a:solidFill>
                <a:latin typeface="Arial"/>
                <a:ea typeface="Arial"/>
                <a:cs typeface="Arial"/>
              </a:defRPr>
            </a:lvl3pPr>
            <a:lvl4pPr>
              <a:defRPr sz="2250" b="1">
                <a:solidFill>
                  <a:srgbClr val="174F3B"/>
                </a:solidFill>
                <a:latin typeface="Arial"/>
                <a:ea typeface="Arial"/>
                <a:cs typeface="Arial"/>
              </a:defRPr>
            </a:lvl4pPr>
            <a:lvl5pPr>
              <a:defRPr sz="2250" b="1">
                <a:solidFill>
                  <a:srgbClr val="174F3B"/>
                </a:solidFill>
                <a:latin typeface="Arial"/>
                <a:ea typeface="Arial"/>
                <a:cs typeface="Arial"/>
              </a:defRPr>
            </a:lvl5pPr>
            <a:lvl6pPr>
              <a:defRPr sz="2250" b="1">
                <a:solidFill>
                  <a:srgbClr val="174F3B"/>
                </a:solidFill>
                <a:latin typeface="Arial"/>
                <a:ea typeface="Arial"/>
                <a:cs typeface="Arial"/>
              </a:defRPr>
            </a:lvl6pPr>
            <a:lvl7pPr>
              <a:defRPr sz="2250" b="1">
                <a:solidFill>
                  <a:srgbClr val="174F3B"/>
                </a:solidFill>
                <a:latin typeface="Arial"/>
                <a:ea typeface="Arial"/>
                <a:cs typeface="Arial"/>
              </a:defRPr>
            </a:lvl7pPr>
            <a:lvl8pPr>
              <a:defRPr sz="2250" b="1">
                <a:solidFill>
                  <a:srgbClr val="174F3B"/>
                </a:solidFill>
                <a:latin typeface="Arial"/>
                <a:ea typeface="Arial"/>
                <a:cs typeface="Arial"/>
              </a:defRPr>
            </a:lvl8pPr>
            <a:lvl9pPr>
              <a:defRPr sz="2250" b="1">
                <a:solidFill>
                  <a:srgbClr val="174F3B"/>
                </a:solidFill>
                <a:latin typeface="Arial"/>
                <a:ea typeface="Arial"/>
                <a:cs typeface="Arial"/>
              </a:defRPr>
            </a:lvl9pPr>
          </a:lstStyle>
          <a:p xmlns:a="http://schemas.openxmlformats.org/drawingml/2006/main">
            <a:pPr>
              <a:defRPr sz="2250" b="1">
                <a:solidFill>
                  <a:srgbClr val="174F3B"/>
                </a:solidFill>
                <a:latin typeface="Arial"/>
                <a:ea typeface="Arial"/>
                <a:cs typeface="Arial"/>
              </a:defRPr>
            </a:pPr>
            <a:r>
              <a:rPr sz="2250" b="1">
                <a:solidFill>
                  <a:srgbClr val="174F3B"/>
                </a:solidFill>
                <a:latin typeface="Arial"/>
                <a:ea typeface="Arial"/>
                <a:cs typeface="Arial"/>
              </a:rPr>
              <a:t>Поиск</a:t>
            </a:r>
          </a:p>
        </p:txBody>
      </p:sp>
      <p:sp>
        <p:nvSpPr>
          <p:cNvPr id="12" name="">
            <a:extLst xmlns:a="http://schemas.openxmlformats.org/drawingml/2006/main">
              <a:ext uri="{FF2B5EF4-FFF2-40B4-BE49-F238E27FC236}">
                <a16:creationId xmlns:a16="http://schemas.microsoft.com/office/drawing/2014/main" id="{B8DF826A-771C-4A48-A082-3D8A1EFED052}"/>
              </a:ext>
            </a:extLst>
          </p:cNvPr>
          <p:cNvSpPr>
            <a:spLocks xmlns:a="http://schemas.openxmlformats.org/drawingml/2006/main" noGrp="1"/>
          </p:cNvSpPr>
          <p:nvPr/>
        </p:nvSpPr>
        <p:spPr>
          <a:xfrm xmlns:a="http://schemas.openxmlformats.org/drawingml/2006/main">
            <a:off x="4429125" y="3248025"/>
            <a:ext cx="704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3B32"/>
                </a:solidFill>
                <a:latin typeface="Arial"/>
                <a:ea typeface="Arial"/>
                <a:cs typeface="Arial"/>
              </a:defRPr>
            </a:defPPr>
            <a:lvl1pPr>
              <a:defRPr sz="1875" b="0">
                <a:solidFill>
                  <a:srgbClr val="243B32"/>
                </a:solidFill>
                <a:latin typeface="Arial"/>
                <a:ea typeface="Arial"/>
                <a:cs typeface="Arial"/>
              </a:defRPr>
            </a:lvl1pPr>
            <a:lvl2pPr>
              <a:defRPr sz="1875" b="0">
                <a:solidFill>
                  <a:srgbClr val="243B32"/>
                </a:solidFill>
                <a:latin typeface="Arial"/>
                <a:ea typeface="Arial"/>
                <a:cs typeface="Arial"/>
              </a:defRPr>
            </a:lvl2pPr>
            <a:lvl3pPr>
              <a:defRPr sz="1875" b="0">
                <a:solidFill>
                  <a:srgbClr val="243B32"/>
                </a:solidFill>
                <a:latin typeface="Arial"/>
                <a:ea typeface="Arial"/>
                <a:cs typeface="Arial"/>
              </a:defRPr>
            </a:lvl3pPr>
            <a:lvl4pPr>
              <a:defRPr sz="1875" b="0">
                <a:solidFill>
                  <a:srgbClr val="243B32"/>
                </a:solidFill>
                <a:latin typeface="Arial"/>
                <a:ea typeface="Arial"/>
                <a:cs typeface="Arial"/>
              </a:defRPr>
            </a:lvl4pPr>
            <a:lvl5pPr>
              <a:defRPr sz="1875" b="0">
                <a:solidFill>
                  <a:srgbClr val="243B32"/>
                </a:solidFill>
                <a:latin typeface="Arial"/>
                <a:ea typeface="Arial"/>
                <a:cs typeface="Arial"/>
              </a:defRPr>
            </a:lvl5pPr>
            <a:lvl6pPr>
              <a:defRPr sz="1875" b="0">
                <a:solidFill>
                  <a:srgbClr val="243B32"/>
                </a:solidFill>
                <a:latin typeface="Arial"/>
                <a:ea typeface="Arial"/>
                <a:cs typeface="Arial"/>
              </a:defRPr>
            </a:lvl6pPr>
            <a:lvl7pPr>
              <a:defRPr sz="1875" b="0">
                <a:solidFill>
                  <a:srgbClr val="243B32"/>
                </a:solidFill>
                <a:latin typeface="Arial"/>
                <a:ea typeface="Arial"/>
                <a:cs typeface="Arial"/>
              </a:defRPr>
            </a:lvl7pPr>
            <a:lvl8pPr>
              <a:defRPr sz="1875" b="0">
                <a:solidFill>
                  <a:srgbClr val="243B32"/>
                </a:solidFill>
                <a:latin typeface="Arial"/>
                <a:ea typeface="Arial"/>
                <a:cs typeface="Arial"/>
              </a:defRPr>
            </a:lvl8pPr>
            <a:lvl9pPr>
              <a:defRPr sz="1875" b="0">
                <a:solidFill>
                  <a:srgbClr val="243B32"/>
                </a:solidFill>
                <a:latin typeface="Arial"/>
                <a:ea typeface="Arial"/>
                <a:cs typeface="Arial"/>
              </a:defRPr>
            </a:lvl9pPr>
          </a:lstStyle>
          <a:p xmlns:a="http://schemas.openxmlformats.org/drawingml/2006/main">
            <a:pPr>
              <a:defRPr sz="1875" b="0">
                <a:solidFill>
                  <a:srgbClr val="243B32"/>
                </a:solidFill>
                <a:latin typeface="Arial"/>
                <a:ea typeface="Arial"/>
                <a:cs typeface="Arial"/>
              </a:defRPr>
            </a:pPr>
            <a:r>
              <a:rPr sz="1875" b="0">
                <a:solidFill>
                  <a:srgbClr val="243B32"/>
                </a:solidFill>
                <a:latin typeface="Arial"/>
                <a:ea typeface="Arial"/>
                <a:cs typeface="Arial"/>
              </a:rPr>
              <a:t>Текстовая релевантность, синонимы и интересы</a:t>
            </a:r>
          </a:p>
        </p:txBody>
      </p:sp>
      <p:sp>
        <p:nvSpPr>
          <p:cNvPr id="13" name="">
            <a:extLst xmlns:a="http://schemas.openxmlformats.org/drawingml/2006/main">
              <a:ext uri="{FF2B5EF4-FFF2-40B4-BE49-F238E27FC236}">
                <a16:creationId xmlns:a16="http://schemas.microsoft.com/office/drawing/2014/main" id="{13FFAB7F-34C6-4EB0-A60E-07683B4B2275}"/>
              </a:ext>
            </a:extLst>
          </p:cNvPr>
          <p:cNvSpPr>
            <a:spLocks xmlns:a="http://schemas.openxmlformats.org/drawingml/2006/main" noGrp="1"/>
          </p:cNvSpPr>
          <p:nvPr/>
        </p:nvSpPr>
        <p:spPr>
          <a:xfrm xmlns:a="http://schemas.openxmlformats.org/drawingml/2006/main">
            <a:off x="704850" y="40386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C38B32"/>
                </a:solidFill>
                <a:latin typeface="Arial"/>
                <a:ea typeface="Arial"/>
                <a:cs typeface="Arial"/>
              </a:defRPr>
            </a:defPPr>
            <a:lvl1pPr>
              <a:defRPr sz="2325" b="0">
                <a:solidFill>
                  <a:srgbClr val="C38B32"/>
                </a:solidFill>
                <a:latin typeface="Arial"/>
                <a:ea typeface="Arial"/>
                <a:cs typeface="Arial"/>
              </a:defRPr>
            </a:lvl1pPr>
            <a:lvl2pPr>
              <a:defRPr sz="2325" b="0">
                <a:solidFill>
                  <a:srgbClr val="C38B32"/>
                </a:solidFill>
                <a:latin typeface="Arial"/>
                <a:ea typeface="Arial"/>
                <a:cs typeface="Arial"/>
              </a:defRPr>
            </a:lvl2pPr>
            <a:lvl3pPr>
              <a:defRPr sz="2325" b="0">
                <a:solidFill>
                  <a:srgbClr val="C38B32"/>
                </a:solidFill>
                <a:latin typeface="Arial"/>
                <a:ea typeface="Arial"/>
                <a:cs typeface="Arial"/>
              </a:defRPr>
            </a:lvl3pPr>
            <a:lvl4pPr>
              <a:defRPr sz="2325" b="0">
                <a:solidFill>
                  <a:srgbClr val="C38B32"/>
                </a:solidFill>
                <a:latin typeface="Arial"/>
                <a:ea typeface="Arial"/>
                <a:cs typeface="Arial"/>
              </a:defRPr>
            </a:lvl4pPr>
            <a:lvl5pPr>
              <a:defRPr sz="2325" b="0">
                <a:solidFill>
                  <a:srgbClr val="C38B32"/>
                </a:solidFill>
                <a:latin typeface="Arial"/>
                <a:ea typeface="Arial"/>
                <a:cs typeface="Arial"/>
              </a:defRPr>
            </a:lvl5pPr>
            <a:lvl6pPr>
              <a:defRPr sz="2325" b="0">
                <a:solidFill>
                  <a:srgbClr val="C38B32"/>
                </a:solidFill>
                <a:latin typeface="Arial"/>
                <a:ea typeface="Arial"/>
                <a:cs typeface="Arial"/>
              </a:defRPr>
            </a:lvl6pPr>
            <a:lvl7pPr>
              <a:defRPr sz="2325" b="0">
                <a:solidFill>
                  <a:srgbClr val="C38B32"/>
                </a:solidFill>
                <a:latin typeface="Arial"/>
                <a:ea typeface="Arial"/>
                <a:cs typeface="Arial"/>
              </a:defRPr>
            </a:lvl7pPr>
            <a:lvl8pPr>
              <a:defRPr sz="2325" b="0">
                <a:solidFill>
                  <a:srgbClr val="C38B32"/>
                </a:solidFill>
                <a:latin typeface="Arial"/>
                <a:ea typeface="Arial"/>
                <a:cs typeface="Arial"/>
              </a:defRPr>
            </a:lvl8pPr>
            <a:lvl9pPr>
              <a:defRPr sz="2325" b="0">
                <a:solidFill>
                  <a:srgbClr val="C38B32"/>
                </a:solidFill>
                <a:latin typeface="Arial"/>
                <a:ea typeface="Arial"/>
                <a:cs typeface="Arial"/>
              </a:defRPr>
            </a:lvl9pPr>
          </a:lstStyle>
          <a:p xmlns:a="http://schemas.openxmlformats.org/drawingml/2006/main">
            <a:pPr>
              <a:defRPr sz="2325" b="0">
                <a:solidFill>
                  <a:srgbClr val="C38B32"/>
                </a:solidFill>
                <a:latin typeface="Arial"/>
                <a:ea typeface="Arial"/>
                <a:cs typeface="Arial"/>
              </a:defRPr>
            </a:pPr>
            <a:r>
              <a:rPr sz="2325" b="0">
                <a:solidFill>
                  <a:srgbClr val="C38B32"/>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36629FBF-8A17-4833-881B-771C81387ED4}"/>
              </a:ext>
            </a:extLst>
          </p:cNvPr>
          <p:cNvSpPr>
            <a:spLocks xmlns:a="http://schemas.openxmlformats.org/drawingml/2006/main" noGrp="1"/>
          </p:cNvSpPr>
          <p:nvPr/>
        </p:nvSpPr>
        <p:spPr>
          <a:xfrm xmlns:a="http://schemas.openxmlformats.org/drawingml/2006/main">
            <a:off x="1562100" y="403860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4F3B"/>
                </a:solidFill>
                <a:latin typeface="Arial"/>
                <a:ea typeface="Arial"/>
                <a:cs typeface="Arial"/>
              </a:defRPr>
            </a:defPPr>
            <a:lvl1pPr>
              <a:defRPr sz="2250" b="1">
                <a:solidFill>
                  <a:srgbClr val="174F3B"/>
                </a:solidFill>
                <a:latin typeface="Arial"/>
                <a:ea typeface="Arial"/>
                <a:cs typeface="Arial"/>
              </a:defRPr>
            </a:lvl1pPr>
            <a:lvl2pPr>
              <a:defRPr sz="2250" b="1">
                <a:solidFill>
                  <a:srgbClr val="174F3B"/>
                </a:solidFill>
                <a:latin typeface="Arial"/>
                <a:ea typeface="Arial"/>
                <a:cs typeface="Arial"/>
              </a:defRPr>
            </a:lvl2pPr>
            <a:lvl3pPr>
              <a:defRPr sz="2250" b="1">
                <a:solidFill>
                  <a:srgbClr val="174F3B"/>
                </a:solidFill>
                <a:latin typeface="Arial"/>
                <a:ea typeface="Arial"/>
                <a:cs typeface="Arial"/>
              </a:defRPr>
            </a:lvl3pPr>
            <a:lvl4pPr>
              <a:defRPr sz="2250" b="1">
                <a:solidFill>
                  <a:srgbClr val="174F3B"/>
                </a:solidFill>
                <a:latin typeface="Arial"/>
                <a:ea typeface="Arial"/>
                <a:cs typeface="Arial"/>
              </a:defRPr>
            </a:lvl4pPr>
            <a:lvl5pPr>
              <a:defRPr sz="2250" b="1">
                <a:solidFill>
                  <a:srgbClr val="174F3B"/>
                </a:solidFill>
                <a:latin typeface="Arial"/>
                <a:ea typeface="Arial"/>
                <a:cs typeface="Arial"/>
              </a:defRPr>
            </a:lvl5pPr>
            <a:lvl6pPr>
              <a:defRPr sz="2250" b="1">
                <a:solidFill>
                  <a:srgbClr val="174F3B"/>
                </a:solidFill>
                <a:latin typeface="Arial"/>
                <a:ea typeface="Arial"/>
                <a:cs typeface="Arial"/>
              </a:defRPr>
            </a:lvl6pPr>
            <a:lvl7pPr>
              <a:defRPr sz="2250" b="1">
                <a:solidFill>
                  <a:srgbClr val="174F3B"/>
                </a:solidFill>
                <a:latin typeface="Arial"/>
                <a:ea typeface="Arial"/>
                <a:cs typeface="Arial"/>
              </a:defRPr>
            </a:lvl7pPr>
            <a:lvl8pPr>
              <a:defRPr sz="2250" b="1">
                <a:solidFill>
                  <a:srgbClr val="174F3B"/>
                </a:solidFill>
                <a:latin typeface="Arial"/>
                <a:ea typeface="Arial"/>
                <a:cs typeface="Arial"/>
              </a:defRPr>
            </a:lvl8pPr>
            <a:lvl9pPr>
              <a:defRPr sz="2250" b="1">
                <a:solidFill>
                  <a:srgbClr val="174F3B"/>
                </a:solidFill>
                <a:latin typeface="Arial"/>
                <a:ea typeface="Arial"/>
                <a:cs typeface="Arial"/>
              </a:defRPr>
            </a:lvl9pPr>
          </a:lstStyle>
          <a:p xmlns:a="http://schemas.openxmlformats.org/drawingml/2006/main">
            <a:pPr>
              <a:defRPr sz="2250" b="1">
                <a:solidFill>
                  <a:srgbClr val="174F3B"/>
                </a:solidFill>
                <a:latin typeface="Arial"/>
                <a:ea typeface="Arial"/>
                <a:cs typeface="Arial"/>
              </a:defRPr>
            </a:pPr>
            <a:r>
              <a:rPr sz="2250" b="1">
                <a:solidFill>
                  <a:srgbClr val="174F3B"/>
                </a:solidFill>
                <a:latin typeface="Arial"/>
                <a:ea typeface="Arial"/>
                <a:cs typeface="Arial"/>
              </a:rPr>
              <a:t>Генерация</a:t>
            </a:r>
          </a:p>
        </p:txBody>
      </p:sp>
      <p:sp>
        <p:nvSpPr>
          <p:cNvPr id="15" name="">
            <a:extLst xmlns:a="http://schemas.openxmlformats.org/drawingml/2006/main">
              <a:ext uri="{FF2B5EF4-FFF2-40B4-BE49-F238E27FC236}">
                <a16:creationId xmlns:a16="http://schemas.microsoft.com/office/drawing/2014/main" id="{222D6BB4-D2CB-424F-A24D-53218EAF3DB0}"/>
              </a:ext>
            </a:extLst>
          </p:cNvPr>
          <p:cNvSpPr>
            <a:spLocks xmlns:a="http://schemas.openxmlformats.org/drawingml/2006/main" noGrp="1"/>
          </p:cNvSpPr>
          <p:nvPr/>
        </p:nvSpPr>
        <p:spPr>
          <a:xfrm xmlns:a="http://schemas.openxmlformats.org/drawingml/2006/main">
            <a:off x="4429125" y="4067175"/>
            <a:ext cx="704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3B32"/>
                </a:solidFill>
                <a:latin typeface="Arial"/>
                <a:ea typeface="Arial"/>
                <a:cs typeface="Arial"/>
              </a:defRPr>
            </a:defPPr>
            <a:lvl1pPr>
              <a:defRPr sz="1875" b="0">
                <a:solidFill>
                  <a:srgbClr val="243B32"/>
                </a:solidFill>
                <a:latin typeface="Arial"/>
                <a:ea typeface="Arial"/>
                <a:cs typeface="Arial"/>
              </a:defRPr>
            </a:lvl1pPr>
            <a:lvl2pPr>
              <a:defRPr sz="1875" b="0">
                <a:solidFill>
                  <a:srgbClr val="243B32"/>
                </a:solidFill>
                <a:latin typeface="Arial"/>
                <a:ea typeface="Arial"/>
                <a:cs typeface="Arial"/>
              </a:defRPr>
            </a:lvl2pPr>
            <a:lvl3pPr>
              <a:defRPr sz="1875" b="0">
                <a:solidFill>
                  <a:srgbClr val="243B32"/>
                </a:solidFill>
                <a:latin typeface="Arial"/>
                <a:ea typeface="Arial"/>
                <a:cs typeface="Arial"/>
              </a:defRPr>
            </a:lvl3pPr>
            <a:lvl4pPr>
              <a:defRPr sz="1875" b="0">
                <a:solidFill>
                  <a:srgbClr val="243B32"/>
                </a:solidFill>
                <a:latin typeface="Arial"/>
                <a:ea typeface="Arial"/>
                <a:cs typeface="Arial"/>
              </a:defRPr>
            </a:lvl4pPr>
            <a:lvl5pPr>
              <a:defRPr sz="1875" b="0">
                <a:solidFill>
                  <a:srgbClr val="243B32"/>
                </a:solidFill>
                <a:latin typeface="Arial"/>
                <a:ea typeface="Arial"/>
                <a:cs typeface="Arial"/>
              </a:defRPr>
            </a:lvl5pPr>
            <a:lvl6pPr>
              <a:defRPr sz="1875" b="0">
                <a:solidFill>
                  <a:srgbClr val="243B32"/>
                </a:solidFill>
                <a:latin typeface="Arial"/>
                <a:ea typeface="Arial"/>
                <a:cs typeface="Arial"/>
              </a:defRPr>
            </a:lvl6pPr>
            <a:lvl7pPr>
              <a:defRPr sz="1875" b="0">
                <a:solidFill>
                  <a:srgbClr val="243B32"/>
                </a:solidFill>
                <a:latin typeface="Arial"/>
                <a:ea typeface="Arial"/>
                <a:cs typeface="Arial"/>
              </a:defRPr>
            </a:lvl7pPr>
            <a:lvl8pPr>
              <a:defRPr sz="1875" b="0">
                <a:solidFill>
                  <a:srgbClr val="243B32"/>
                </a:solidFill>
                <a:latin typeface="Arial"/>
                <a:ea typeface="Arial"/>
                <a:cs typeface="Arial"/>
              </a:defRPr>
            </a:lvl8pPr>
            <a:lvl9pPr>
              <a:defRPr sz="1875" b="0">
                <a:solidFill>
                  <a:srgbClr val="243B32"/>
                </a:solidFill>
                <a:latin typeface="Arial"/>
                <a:ea typeface="Arial"/>
                <a:cs typeface="Arial"/>
              </a:defRPr>
            </a:lvl9pPr>
          </a:lstStyle>
          <a:p xmlns:a="http://schemas.openxmlformats.org/drawingml/2006/main">
            <a:pPr>
              <a:defRPr sz="1875" b="0">
                <a:solidFill>
                  <a:srgbClr val="243B32"/>
                </a:solidFill>
                <a:latin typeface="Arial"/>
                <a:ea typeface="Arial"/>
                <a:cs typeface="Arial"/>
              </a:defRPr>
            </a:pPr>
            <a:r>
              <a:rPr sz="1875" b="0">
                <a:solidFill>
                  <a:srgbClr val="243B32"/>
                </a:solidFill>
                <a:latin typeface="Arial"/>
                <a:ea typeface="Arial"/>
                <a:cs typeface="Arial"/>
              </a:rPr>
              <a:t>LLM получает только найденные публичные факты</a:t>
            </a:r>
          </a:p>
        </p:txBody>
      </p:sp>
      <p:sp>
        <p:nvSpPr>
          <p:cNvPr id="16" name="">
            <a:extLst xmlns:a="http://schemas.openxmlformats.org/drawingml/2006/main">
              <a:ext uri="{FF2B5EF4-FFF2-40B4-BE49-F238E27FC236}">
                <a16:creationId xmlns:a16="http://schemas.microsoft.com/office/drawing/2014/main" id="{2B16AE5B-9A5B-42A8-8BD6-10E82F2C5A0E}"/>
              </a:ext>
            </a:extLst>
          </p:cNvPr>
          <p:cNvSpPr>
            <a:spLocks xmlns:a="http://schemas.openxmlformats.org/drawingml/2006/main" noGrp="1"/>
          </p:cNvSpPr>
          <p:nvPr/>
        </p:nvSpPr>
        <p:spPr>
          <a:xfrm xmlns:a="http://schemas.openxmlformats.org/drawingml/2006/main">
            <a:off x="704850" y="48577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C38B32"/>
                </a:solidFill>
                <a:latin typeface="Arial"/>
                <a:ea typeface="Arial"/>
                <a:cs typeface="Arial"/>
              </a:defRPr>
            </a:defPPr>
            <a:lvl1pPr>
              <a:defRPr sz="2325" b="0">
                <a:solidFill>
                  <a:srgbClr val="C38B32"/>
                </a:solidFill>
                <a:latin typeface="Arial"/>
                <a:ea typeface="Arial"/>
                <a:cs typeface="Arial"/>
              </a:defRPr>
            </a:lvl1pPr>
            <a:lvl2pPr>
              <a:defRPr sz="2325" b="0">
                <a:solidFill>
                  <a:srgbClr val="C38B32"/>
                </a:solidFill>
                <a:latin typeface="Arial"/>
                <a:ea typeface="Arial"/>
                <a:cs typeface="Arial"/>
              </a:defRPr>
            </a:lvl2pPr>
            <a:lvl3pPr>
              <a:defRPr sz="2325" b="0">
                <a:solidFill>
                  <a:srgbClr val="C38B32"/>
                </a:solidFill>
                <a:latin typeface="Arial"/>
                <a:ea typeface="Arial"/>
                <a:cs typeface="Arial"/>
              </a:defRPr>
            </a:lvl3pPr>
            <a:lvl4pPr>
              <a:defRPr sz="2325" b="0">
                <a:solidFill>
                  <a:srgbClr val="C38B32"/>
                </a:solidFill>
                <a:latin typeface="Arial"/>
                <a:ea typeface="Arial"/>
                <a:cs typeface="Arial"/>
              </a:defRPr>
            </a:lvl4pPr>
            <a:lvl5pPr>
              <a:defRPr sz="2325" b="0">
                <a:solidFill>
                  <a:srgbClr val="C38B32"/>
                </a:solidFill>
                <a:latin typeface="Arial"/>
                <a:ea typeface="Arial"/>
                <a:cs typeface="Arial"/>
              </a:defRPr>
            </a:lvl5pPr>
            <a:lvl6pPr>
              <a:defRPr sz="2325" b="0">
                <a:solidFill>
                  <a:srgbClr val="C38B32"/>
                </a:solidFill>
                <a:latin typeface="Arial"/>
                <a:ea typeface="Arial"/>
                <a:cs typeface="Arial"/>
              </a:defRPr>
            </a:lvl6pPr>
            <a:lvl7pPr>
              <a:defRPr sz="2325" b="0">
                <a:solidFill>
                  <a:srgbClr val="C38B32"/>
                </a:solidFill>
                <a:latin typeface="Arial"/>
                <a:ea typeface="Arial"/>
                <a:cs typeface="Arial"/>
              </a:defRPr>
            </a:lvl7pPr>
            <a:lvl8pPr>
              <a:defRPr sz="2325" b="0">
                <a:solidFill>
                  <a:srgbClr val="C38B32"/>
                </a:solidFill>
                <a:latin typeface="Arial"/>
                <a:ea typeface="Arial"/>
                <a:cs typeface="Arial"/>
              </a:defRPr>
            </a:lvl8pPr>
            <a:lvl9pPr>
              <a:defRPr sz="2325" b="0">
                <a:solidFill>
                  <a:srgbClr val="C38B32"/>
                </a:solidFill>
                <a:latin typeface="Arial"/>
                <a:ea typeface="Arial"/>
                <a:cs typeface="Arial"/>
              </a:defRPr>
            </a:lvl9pPr>
          </a:lstStyle>
          <a:p xmlns:a="http://schemas.openxmlformats.org/drawingml/2006/main">
            <a:pPr>
              <a:defRPr sz="2325" b="0">
                <a:solidFill>
                  <a:srgbClr val="C38B32"/>
                </a:solidFill>
                <a:latin typeface="Arial"/>
                <a:ea typeface="Arial"/>
                <a:cs typeface="Arial"/>
              </a:defRPr>
            </a:pPr>
            <a:r>
              <a:rPr sz="2325" b="0">
                <a:solidFill>
                  <a:srgbClr val="C38B32"/>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17CDE804-2442-4EA3-8D91-A53EEB2DD313}"/>
              </a:ext>
            </a:extLst>
          </p:cNvPr>
          <p:cNvSpPr>
            <a:spLocks xmlns:a="http://schemas.openxmlformats.org/drawingml/2006/main" noGrp="1"/>
          </p:cNvSpPr>
          <p:nvPr/>
        </p:nvSpPr>
        <p:spPr>
          <a:xfrm xmlns:a="http://schemas.openxmlformats.org/drawingml/2006/main">
            <a:off x="1562100" y="48577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4F3B"/>
                </a:solidFill>
                <a:latin typeface="Arial"/>
                <a:ea typeface="Arial"/>
                <a:cs typeface="Arial"/>
              </a:defRPr>
            </a:defPPr>
            <a:lvl1pPr>
              <a:defRPr sz="2250" b="1">
                <a:solidFill>
                  <a:srgbClr val="174F3B"/>
                </a:solidFill>
                <a:latin typeface="Arial"/>
                <a:ea typeface="Arial"/>
                <a:cs typeface="Arial"/>
              </a:defRPr>
            </a:lvl1pPr>
            <a:lvl2pPr>
              <a:defRPr sz="2250" b="1">
                <a:solidFill>
                  <a:srgbClr val="174F3B"/>
                </a:solidFill>
                <a:latin typeface="Arial"/>
                <a:ea typeface="Arial"/>
                <a:cs typeface="Arial"/>
              </a:defRPr>
            </a:lvl2pPr>
            <a:lvl3pPr>
              <a:defRPr sz="2250" b="1">
                <a:solidFill>
                  <a:srgbClr val="174F3B"/>
                </a:solidFill>
                <a:latin typeface="Arial"/>
                <a:ea typeface="Arial"/>
                <a:cs typeface="Arial"/>
              </a:defRPr>
            </a:lvl3pPr>
            <a:lvl4pPr>
              <a:defRPr sz="2250" b="1">
                <a:solidFill>
                  <a:srgbClr val="174F3B"/>
                </a:solidFill>
                <a:latin typeface="Arial"/>
                <a:ea typeface="Arial"/>
                <a:cs typeface="Arial"/>
              </a:defRPr>
            </a:lvl4pPr>
            <a:lvl5pPr>
              <a:defRPr sz="2250" b="1">
                <a:solidFill>
                  <a:srgbClr val="174F3B"/>
                </a:solidFill>
                <a:latin typeface="Arial"/>
                <a:ea typeface="Arial"/>
                <a:cs typeface="Arial"/>
              </a:defRPr>
            </a:lvl5pPr>
            <a:lvl6pPr>
              <a:defRPr sz="2250" b="1">
                <a:solidFill>
                  <a:srgbClr val="174F3B"/>
                </a:solidFill>
                <a:latin typeface="Arial"/>
                <a:ea typeface="Arial"/>
                <a:cs typeface="Arial"/>
              </a:defRPr>
            </a:lvl6pPr>
            <a:lvl7pPr>
              <a:defRPr sz="2250" b="1">
                <a:solidFill>
                  <a:srgbClr val="174F3B"/>
                </a:solidFill>
                <a:latin typeface="Arial"/>
                <a:ea typeface="Arial"/>
                <a:cs typeface="Arial"/>
              </a:defRPr>
            </a:lvl7pPr>
            <a:lvl8pPr>
              <a:defRPr sz="2250" b="1">
                <a:solidFill>
                  <a:srgbClr val="174F3B"/>
                </a:solidFill>
                <a:latin typeface="Arial"/>
                <a:ea typeface="Arial"/>
                <a:cs typeface="Arial"/>
              </a:defRPr>
            </a:lvl8pPr>
            <a:lvl9pPr>
              <a:defRPr sz="2250" b="1">
                <a:solidFill>
                  <a:srgbClr val="174F3B"/>
                </a:solidFill>
                <a:latin typeface="Arial"/>
                <a:ea typeface="Arial"/>
                <a:cs typeface="Arial"/>
              </a:defRPr>
            </a:lvl9pPr>
          </a:lstStyle>
          <a:p xmlns:a="http://schemas.openxmlformats.org/drawingml/2006/main">
            <a:pPr>
              <a:defRPr sz="2250" b="1">
                <a:solidFill>
                  <a:srgbClr val="174F3B"/>
                </a:solidFill>
                <a:latin typeface="Arial"/>
                <a:ea typeface="Arial"/>
                <a:cs typeface="Arial"/>
              </a:defRPr>
            </a:pPr>
            <a:r>
              <a:rPr sz="2250" b="1">
                <a:solidFill>
                  <a:srgbClr val="174F3B"/>
                </a:solidFill>
                <a:latin typeface="Arial"/>
                <a:ea typeface="Arial"/>
                <a:cs typeface="Arial"/>
              </a:rPr>
              <a:t>Проверка</a:t>
            </a:r>
          </a:p>
        </p:txBody>
      </p:sp>
      <p:sp>
        <p:nvSpPr>
          <p:cNvPr id="18" name="">
            <a:extLst xmlns:a="http://schemas.openxmlformats.org/drawingml/2006/main">
              <a:ext uri="{FF2B5EF4-FFF2-40B4-BE49-F238E27FC236}">
                <a16:creationId xmlns:a16="http://schemas.microsoft.com/office/drawing/2014/main" id="{EC53A52C-2507-49C0-8707-A7CAAC31737B}"/>
              </a:ext>
            </a:extLst>
          </p:cNvPr>
          <p:cNvSpPr>
            <a:spLocks xmlns:a="http://schemas.openxmlformats.org/drawingml/2006/main" noGrp="1"/>
          </p:cNvSpPr>
          <p:nvPr/>
        </p:nvSpPr>
        <p:spPr>
          <a:xfrm xmlns:a="http://schemas.openxmlformats.org/drawingml/2006/main">
            <a:off x="4429125" y="4886325"/>
            <a:ext cx="704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3B32"/>
                </a:solidFill>
                <a:latin typeface="Arial"/>
                <a:ea typeface="Arial"/>
                <a:cs typeface="Arial"/>
              </a:defRPr>
            </a:defPPr>
            <a:lvl1pPr>
              <a:defRPr sz="1875" b="0">
                <a:solidFill>
                  <a:srgbClr val="243B32"/>
                </a:solidFill>
                <a:latin typeface="Arial"/>
                <a:ea typeface="Arial"/>
                <a:cs typeface="Arial"/>
              </a:defRPr>
            </a:lvl1pPr>
            <a:lvl2pPr>
              <a:defRPr sz="1875" b="0">
                <a:solidFill>
                  <a:srgbClr val="243B32"/>
                </a:solidFill>
                <a:latin typeface="Arial"/>
                <a:ea typeface="Arial"/>
                <a:cs typeface="Arial"/>
              </a:defRPr>
            </a:lvl2pPr>
            <a:lvl3pPr>
              <a:defRPr sz="1875" b="0">
                <a:solidFill>
                  <a:srgbClr val="243B32"/>
                </a:solidFill>
                <a:latin typeface="Arial"/>
                <a:ea typeface="Arial"/>
                <a:cs typeface="Arial"/>
              </a:defRPr>
            </a:lvl3pPr>
            <a:lvl4pPr>
              <a:defRPr sz="1875" b="0">
                <a:solidFill>
                  <a:srgbClr val="243B32"/>
                </a:solidFill>
                <a:latin typeface="Arial"/>
                <a:ea typeface="Arial"/>
                <a:cs typeface="Arial"/>
              </a:defRPr>
            </a:lvl4pPr>
            <a:lvl5pPr>
              <a:defRPr sz="1875" b="0">
                <a:solidFill>
                  <a:srgbClr val="243B32"/>
                </a:solidFill>
                <a:latin typeface="Arial"/>
                <a:ea typeface="Arial"/>
                <a:cs typeface="Arial"/>
              </a:defRPr>
            </a:lvl5pPr>
            <a:lvl6pPr>
              <a:defRPr sz="1875" b="0">
                <a:solidFill>
                  <a:srgbClr val="243B32"/>
                </a:solidFill>
                <a:latin typeface="Arial"/>
                <a:ea typeface="Arial"/>
                <a:cs typeface="Arial"/>
              </a:defRPr>
            </a:lvl6pPr>
            <a:lvl7pPr>
              <a:defRPr sz="1875" b="0">
                <a:solidFill>
                  <a:srgbClr val="243B32"/>
                </a:solidFill>
                <a:latin typeface="Arial"/>
                <a:ea typeface="Arial"/>
                <a:cs typeface="Arial"/>
              </a:defRPr>
            </a:lvl7pPr>
            <a:lvl8pPr>
              <a:defRPr sz="1875" b="0">
                <a:solidFill>
                  <a:srgbClr val="243B32"/>
                </a:solidFill>
                <a:latin typeface="Arial"/>
                <a:ea typeface="Arial"/>
                <a:cs typeface="Arial"/>
              </a:defRPr>
            </a:lvl8pPr>
            <a:lvl9pPr>
              <a:defRPr sz="1875" b="0">
                <a:solidFill>
                  <a:srgbClr val="243B32"/>
                </a:solidFill>
                <a:latin typeface="Arial"/>
                <a:ea typeface="Arial"/>
                <a:cs typeface="Arial"/>
              </a:defRPr>
            </a:lvl9pPr>
          </a:lstStyle>
          <a:p xmlns:a="http://schemas.openxmlformats.org/drawingml/2006/main">
            <a:pPr>
              <a:defRPr sz="1875" b="0">
                <a:solidFill>
                  <a:srgbClr val="243B32"/>
                </a:solidFill>
                <a:latin typeface="Arial"/>
                <a:ea typeface="Arial"/>
                <a:cs typeface="Arial"/>
              </a:defRPr>
            </a:pPr>
            <a:r>
              <a:rPr sz="1875" b="0">
                <a:solidFill>
                  <a:srgbClr val="243B32"/>
                </a:solidFill>
                <a:latin typeface="Arial"/>
                <a:ea typeface="Arial"/>
                <a:cs typeface="Arial"/>
              </a:rPr>
              <a:t>В ответ попадают допустимые места из каталога</a:t>
            </a:r>
          </a:p>
        </p:txBody>
      </p:sp>
      <p:sp>
        <p:nvSpPr>
          <p:cNvPr id="19" name="">
            <a:extLst xmlns:a="http://schemas.openxmlformats.org/drawingml/2006/main">
              <a:ext uri="{FF2B5EF4-FFF2-40B4-BE49-F238E27FC236}">
                <a16:creationId xmlns:a16="http://schemas.microsoft.com/office/drawing/2014/main" id="{07D7440B-4038-4867-A685-F6625E3B0EE0}"/>
              </a:ext>
            </a:extLst>
          </p:cNvPr>
          <p:cNvSpPr>
            <a:spLocks xmlns:a="http://schemas.openxmlformats.org/drawingml/2006/main" noGrp="1"/>
          </p:cNvSpPr>
          <p:nvPr/>
        </p:nvSpPr>
        <p:spPr>
          <a:xfrm xmlns:a="http://schemas.openxmlformats.org/drawingml/2006/main">
            <a:off x="714375" y="58388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07269"/>
                </a:solidFill>
                <a:latin typeface="Arial"/>
                <a:ea typeface="Arial"/>
                <a:cs typeface="Arial"/>
              </a:defRPr>
            </a:defPPr>
            <a:lvl1pPr>
              <a:defRPr sz="1575" b="0">
                <a:solidFill>
                  <a:srgbClr val="607269"/>
                </a:solidFill>
                <a:latin typeface="Arial"/>
                <a:ea typeface="Arial"/>
                <a:cs typeface="Arial"/>
              </a:defRPr>
            </a:lvl1pPr>
            <a:lvl2pPr>
              <a:defRPr sz="1575" b="0">
                <a:solidFill>
                  <a:srgbClr val="607269"/>
                </a:solidFill>
                <a:latin typeface="Arial"/>
                <a:ea typeface="Arial"/>
                <a:cs typeface="Arial"/>
              </a:defRPr>
            </a:lvl2pPr>
            <a:lvl3pPr>
              <a:defRPr sz="1575" b="0">
                <a:solidFill>
                  <a:srgbClr val="607269"/>
                </a:solidFill>
                <a:latin typeface="Arial"/>
                <a:ea typeface="Arial"/>
                <a:cs typeface="Arial"/>
              </a:defRPr>
            </a:lvl3pPr>
            <a:lvl4pPr>
              <a:defRPr sz="1575" b="0">
                <a:solidFill>
                  <a:srgbClr val="607269"/>
                </a:solidFill>
                <a:latin typeface="Arial"/>
                <a:ea typeface="Arial"/>
                <a:cs typeface="Arial"/>
              </a:defRPr>
            </a:lvl4pPr>
            <a:lvl5pPr>
              <a:defRPr sz="1575" b="0">
                <a:solidFill>
                  <a:srgbClr val="607269"/>
                </a:solidFill>
                <a:latin typeface="Arial"/>
                <a:ea typeface="Arial"/>
                <a:cs typeface="Arial"/>
              </a:defRPr>
            </a:lvl5pPr>
            <a:lvl6pPr>
              <a:defRPr sz="1575" b="0">
                <a:solidFill>
                  <a:srgbClr val="607269"/>
                </a:solidFill>
                <a:latin typeface="Arial"/>
                <a:ea typeface="Arial"/>
                <a:cs typeface="Arial"/>
              </a:defRPr>
            </a:lvl6pPr>
            <a:lvl7pPr>
              <a:defRPr sz="1575" b="0">
                <a:solidFill>
                  <a:srgbClr val="607269"/>
                </a:solidFill>
                <a:latin typeface="Arial"/>
                <a:ea typeface="Arial"/>
                <a:cs typeface="Arial"/>
              </a:defRPr>
            </a:lvl7pPr>
            <a:lvl8pPr>
              <a:defRPr sz="1575" b="0">
                <a:solidFill>
                  <a:srgbClr val="607269"/>
                </a:solidFill>
                <a:latin typeface="Arial"/>
                <a:ea typeface="Arial"/>
                <a:cs typeface="Arial"/>
              </a:defRPr>
            </a:lvl8pPr>
            <a:lvl9pPr>
              <a:defRPr sz="1575" b="0">
                <a:solidFill>
                  <a:srgbClr val="607269"/>
                </a:solidFill>
                <a:latin typeface="Arial"/>
                <a:ea typeface="Arial"/>
                <a:cs typeface="Arial"/>
              </a:defRPr>
            </a:lvl9pPr>
          </a:lstStyle>
          <a:p xmlns:a="http://schemas.openxmlformats.org/drawingml/2006/main">
            <a:pPr>
              <a:defRPr sz="1575" b="0">
                <a:solidFill>
                  <a:srgbClr val="607269"/>
                </a:solidFill>
                <a:latin typeface="Arial"/>
                <a:ea typeface="Arial"/>
                <a:cs typeface="Arial"/>
              </a:defRPr>
            </a:pPr>
            <a:r>
              <a:rPr sz="1575" b="0">
                <a:solidFill>
                  <a:srgbClr val="607269"/>
                </a:solidFill>
                <a:latin typeface="Arial"/>
                <a:ea typeface="Arial"/>
                <a:cs typeface="Arial"/>
              </a:rPr>
              <a:t>Без API-ключа работает явно обозначенный шаблонный режим</a:t>
            </a:r>
          </a:p>
        </p:txBody>
      </p:sp>
    </p:spTree>
    <p:extLst>
      <p:ext uri="{BB962C8B-B14F-4D97-AF65-F5344CB8AC3E}">
        <p14:creationId xmlns:p14="http://schemas.microsoft.com/office/powerpoint/2010/main" val="1843189099"/>
      </p:ext>
    </p:extLst>
  </p:cSld>
</p:sld>
</file>

<file path=ppt/slides/slide5.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D4312E8-3C41-4725-BCB7-AC8381599D35}"/>
              </a:ext>
            </a:extLst>
          </p:cNvPr>
          <p:cNvSpPr>
            <a:spLocks xmlns:a="http://schemas.openxmlformats.org/drawingml/2006/main" noGrp="1"/>
          </p:cNvSpPr>
          <p:nvPr/>
        </p:nvSpPr>
        <p:spPr>
          <a:xfrm xmlns:a="http://schemas.openxmlformats.org/drawingml/2006/main">
            <a:off x="685800" y="5334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3B32"/>
                </a:solidFill>
                <a:latin typeface="Georgia"/>
                <a:ea typeface="Georgia"/>
                <a:cs typeface="Georgia"/>
              </a:defRPr>
            </a:defPPr>
            <a:lvl1pPr>
              <a:defRPr sz="3300" b="0">
                <a:solidFill>
                  <a:srgbClr val="243B32"/>
                </a:solidFill>
                <a:latin typeface="Georgia"/>
                <a:ea typeface="Georgia"/>
                <a:cs typeface="Georgia"/>
              </a:defRPr>
            </a:lvl1pPr>
            <a:lvl2pPr>
              <a:defRPr sz="3300" b="0">
                <a:solidFill>
                  <a:srgbClr val="243B32"/>
                </a:solidFill>
                <a:latin typeface="Georgia"/>
                <a:ea typeface="Georgia"/>
                <a:cs typeface="Georgia"/>
              </a:defRPr>
            </a:lvl2pPr>
            <a:lvl3pPr>
              <a:defRPr sz="3300" b="0">
                <a:solidFill>
                  <a:srgbClr val="243B32"/>
                </a:solidFill>
                <a:latin typeface="Georgia"/>
                <a:ea typeface="Georgia"/>
                <a:cs typeface="Georgia"/>
              </a:defRPr>
            </a:lvl3pPr>
            <a:lvl4pPr>
              <a:defRPr sz="3300" b="0">
                <a:solidFill>
                  <a:srgbClr val="243B32"/>
                </a:solidFill>
                <a:latin typeface="Georgia"/>
                <a:ea typeface="Georgia"/>
                <a:cs typeface="Georgia"/>
              </a:defRPr>
            </a:lvl4pPr>
            <a:lvl5pPr>
              <a:defRPr sz="3300" b="0">
                <a:solidFill>
                  <a:srgbClr val="243B32"/>
                </a:solidFill>
                <a:latin typeface="Georgia"/>
                <a:ea typeface="Georgia"/>
                <a:cs typeface="Georgia"/>
              </a:defRPr>
            </a:lvl5pPr>
            <a:lvl6pPr>
              <a:defRPr sz="3300" b="0">
                <a:solidFill>
                  <a:srgbClr val="243B32"/>
                </a:solidFill>
                <a:latin typeface="Georgia"/>
                <a:ea typeface="Georgia"/>
                <a:cs typeface="Georgia"/>
              </a:defRPr>
            </a:lvl6pPr>
            <a:lvl7pPr>
              <a:defRPr sz="3300" b="0">
                <a:solidFill>
                  <a:srgbClr val="243B32"/>
                </a:solidFill>
                <a:latin typeface="Georgia"/>
                <a:ea typeface="Georgia"/>
                <a:cs typeface="Georgia"/>
              </a:defRPr>
            </a:lvl7pPr>
            <a:lvl8pPr>
              <a:defRPr sz="3300" b="0">
                <a:solidFill>
                  <a:srgbClr val="243B32"/>
                </a:solidFill>
                <a:latin typeface="Georgia"/>
                <a:ea typeface="Georgia"/>
                <a:cs typeface="Georgia"/>
              </a:defRPr>
            </a:lvl8pPr>
            <a:lvl9pPr>
              <a:defRPr sz="3300" b="0">
                <a:solidFill>
                  <a:srgbClr val="243B32"/>
                </a:solidFill>
                <a:latin typeface="Georgia"/>
                <a:ea typeface="Georgia"/>
                <a:cs typeface="Georgia"/>
              </a:defRPr>
            </a:lvl9pPr>
          </a:lstStyle>
          <a:p xmlns:a="http://schemas.openxmlformats.org/drawingml/2006/main">
            <a:pPr>
              <a:defRPr sz="3300" b="0">
                <a:solidFill>
                  <a:srgbClr val="243B32"/>
                </a:solidFill>
                <a:latin typeface="Georgia"/>
                <a:ea typeface="Georgia"/>
                <a:cs typeface="Georgia"/>
              </a:defRPr>
            </a:pPr>
            <a:r>
              <a:rPr sz="3300" b="0">
                <a:solidFill>
                  <a:srgbClr val="243B32"/>
                </a:solidFill>
                <a:latin typeface="Georgia"/>
                <a:ea typeface="Georgia"/>
                <a:cs typeface="Georgia"/>
              </a:rPr>
              <a:t>Каталог и актуальность</a:t>
            </a:r>
          </a:p>
        </p:txBody>
      </p:sp>
      <p:sp>
        <p:nvSpPr>
          <p:cNvPr id="2" name="">
            <a:extLst xmlns:a="http://schemas.openxmlformats.org/drawingml/2006/main">
              <a:ext uri="{FF2B5EF4-FFF2-40B4-BE49-F238E27FC236}">
                <a16:creationId xmlns:a16="http://schemas.microsoft.com/office/drawing/2014/main" id="{45068521-4F4E-467F-9B99-F77142132865}"/>
              </a:ext>
            </a:extLst>
          </p:cNvPr>
          <p:cNvSpPr>
            <a:spLocks xmlns:a="http://schemas.openxmlformats.org/drawingml/2006/main" noGrp="1"/>
          </p:cNvSpPr>
          <p:nvPr/>
        </p:nvSpPr>
        <p:spPr>
          <a:xfrm xmlns:a="http://schemas.openxmlformats.org/drawingml/2006/main">
            <a:off x="685800" y="63341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74F3B"/>
                </a:solidFill>
                <a:latin typeface="Georgia"/>
                <a:ea typeface="Georgia"/>
                <a:cs typeface="Georgia"/>
              </a:defRPr>
            </a:defPPr>
            <a:lvl1pPr>
              <a:defRPr sz="1650" b="1">
                <a:solidFill>
                  <a:srgbClr val="174F3B"/>
                </a:solidFill>
                <a:latin typeface="Georgia"/>
                <a:ea typeface="Georgia"/>
                <a:cs typeface="Georgia"/>
              </a:defRPr>
            </a:lvl1pPr>
            <a:lvl2pPr>
              <a:defRPr sz="1650" b="1">
                <a:solidFill>
                  <a:srgbClr val="174F3B"/>
                </a:solidFill>
                <a:latin typeface="Georgia"/>
                <a:ea typeface="Georgia"/>
                <a:cs typeface="Georgia"/>
              </a:defRPr>
            </a:lvl2pPr>
            <a:lvl3pPr>
              <a:defRPr sz="1650" b="1">
                <a:solidFill>
                  <a:srgbClr val="174F3B"/>
                </a:solidFill>
                <a:latin typeface="Georgia"/>
                <a:ea typeface="Georgia"/>
                <a:cs typeface="Georgia"/>
              </a:defRPr>
            </a:lvl3pPr>
            <a:lvl4pPr>
              <a:defRPr sz="1650" b="1">
                <a:solidFill>
                  <a:srgbClr val="174F3B"/>
                </a:solidFill>
                <a:latin typeface="Georgia"/>
                <a:ea typeface="Georgia"/>
                <a:cs typeface="Georgia"/>
              </a:defRPr>
            </a:lvl4pPr>
            <a:lvl5pPr>
              <a:defRPr sz="1650" b="1">
                <a:solidFill>
                  <a:srgbClr val="174F3B"/>
                </a:solidFill>
                <a:latin typeface="Georgia"/>
                <a:ea typeface="Georgia"/>
                <a:cs typeface="Georgia"/>
              </a:defRPr>
            </a:lvl5pPr>
            <a:lvl6pPr>
              <a:defRPr sz="1650" b="1">
                <a:solidFill>
                  <a:srgbClr val="174F3B"/>
                </a:solidFill>
                <a:latin typeface="Georgia"/>
                <a:ea typeface="Georgia"/>
                <a:cs typeface="Georgia"/>
              </a:defRPr>
            </a:lvl6pPr>
            <a:lvl7pPr>
              <a:defRPr sz="1650" b="1">
                <a:solidFill>
                  <a:srgbClr val="174F3B"/>
                </a:solidFill>
                <a:latin typeface="Georgia"/>
                <a:ea typeface="Georgia"/>
                <a:cs typeface="Georgia"/>
              </a:defRPr>
            </a:lvl7pPr>
            <a:lvl8pPr>
              <a:defRPr sz="1650" b="1">
                <a:solidFill>
                  <a:srgbClr val="174F3B"/>
                </a:solidFill>
                <a:latin typeface="Georgia"/>
                <a:ea typeface="Georgia"/>
                <a:cs typeface="Georgia"/>
              </a:defRPr>
            </a:lvl8pPr>
            <a:lvl9pPr>
              <a:defRPr sz="1650" b="1">
                <a:solidFill>
                  <a:srgbClr val="174F3B"/>
                </a:solidFill>
                <a:latin typeface="Georgia"/>
                <a:ea typeface="Georgia"/>
                <a:cs typeface="Georgia"/>
              </a:defRPr>
            </a:lvl9pPr>
          </a:lstStyle>
          <a:p xmlns:a="http://schemas.openxmlformats.org/drawingml/2006/main">
            <a:pPr>
              <a:defRPr sz="1650" b="1">
                <a:solidFill>
                  <a:srgbClr val="174F3B"/>
                </a:solidFill>
                <a:latin typeface="Georgia"/>
                <a:ea typeface="Georgia"/>
                <a:cs typeface="Georgia"/>
              </a:defRPr>
            </a:pPr>
            <a:r>
              <a:rPr sz="1650" b="1">
                <a:solidFill>
                  <a:srgbClr val="174F3B"/>
                </a:solidFill>
                <a:latin typeface="Georgia"/>
                <a:ea typeface="Georgia"/>
                <a:cs typeface="Georgia"/>
              </a:rPr>
              <a:t>qadam</a:t>
            </a:r>
          </a:p>
        </p:txBody>
      </p:sp>
      <p:sp>
        <p:nvSpPr>
          <p:cNvPr id="3" name="">
            <a:extLst xmlns:a="http://schemas.openxmlformats.org/drawingml/2006/main">
              <a:ext uri="{FF2B5EF4-FFF2-40B4-BE49-F238E27FC236}">
                <a16:creationId xmlns:a16="http://schemas.microsoft.com/office/drawing/2014/main" id="{61AD0C0C-A223-4247-A21F-AEF9EFEB3EA3}"/>
              </a:ext>
            </a:extLst>
          </p:cNvPr>
          <p:cNvSpPr>
            <a:spLocks xmlns:a="http://schemas.openxmlformats.org/drawingml/2006/main" noGrp="1"/>
          </p:cNvSpPr>
          <p:nvPr/>
        </p:nvSpPr>
        <p:spPr>
          <a:xfrm xmlns:a="http://schemas.openxmlformats.org/drawingml/2006/main">
            <a:off x="110490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269"/>
                </a:solidFill>
                <a:latin typeface="Arial"/>
                <a:ea typeface="Arial"/>
                <a:cs typeface="Arial"/>
              </a:defRPr>
            </a:defPPr>
            <a:lvl1pPr>
              <a:defRPr sz="1350" b="0">
                <a:solidFill>
                  <a:srgbClr val="607269"/>
                </a:solidFill>
                <a:latin typeface="Arial"/>
                <a:ea typeface="Arial"/>
                <a:cs typeface="Arial"/>
              </a:defRPr>
            </a:lvl1pPr>
            <a:lvl2pPr>
              <a:defRPr sz="1350" b="0">
                <a:solidFill>
                  <a:srgbClr val="607269"/>
                </a:solidFill>
                <a:latin typeface="Arial"/>
                <a:ea typeface="Arial"/>
                <a:cs typeface="Arial"/>
              </a:defRPr>
            </a:lvl2pPr>
            <a:lvl3pPr>
              <a:defRPr sz="1350" b="0">
                <a:solidFill>
                  <a:srgbClr val="607269"/>
                </a:solidFill>
                <a:latin typeface="Arial"/>
                <a:ea typeface="Arial"/>
                <a:cs typeface="Arial"/>
              </a:defRPr>
            </a:lvl3pPr>
            <a:lvl4pPr>
              <a:defRPr sz="1350" b="0">
                <a:solidFill>
                  <a:srgbClr val="607269"/>
                </a:solidFill>
                <a:latin typeface="Arial"/>
                <a:ea typeface="Arial"/>
                <a:cs typeface="Arial"/>
              </a:defRPr>
            </a:lvl4pPr>
            <a:lvl5pPr>
              <a:defRPr sz="1350" b="0">
                <a:solidFill>
                  <a:srgbClr val="607269"/>
                </a:solidFill>
                <a:latin typeface="Arial"/>
                <a:ea typeface="Arial"/>
                <a:cs typeface="Arial"/>
              </a:defRPr>
            </a:lvl5pPr>
            <a:lvl6pPr>
              <a:defRPr sz="1350" b="0">
                <a:solidFill>
                  <a:srgbClr val="607269"/>
                </a:solidFill>
                <a:latin typeface="Arial"/>
                <a:ea typeface="Arial"/>
                <a:cs typeface="Arial"/>
              </a:defRPr>
            </a:lvl6pPr>
            <a:lvl7pPr>
              <a:defRPr sz="1350" b="0">
                <a:solidFill>
                  <a:srgbClr val="607269"/>
                </a:solidFill>
                <a:latin typeface="Arial"/>
                <a:ea typeface="Arial"/>
                <a:cs typeface="Arial"/>
              </a:defRPr>
            </a:lvl7pPr>
            <a:lvl8pPr>
              <a:defRPr sz="1350" b="0">
                <a:solidFill>
                  <a:srgbClr val="607269"/>
                </a:solidFill>
                <a:latin typeface="Arial"/>
                <a:ea typeface="Arial"/>
                <a:cs typeface="Arial"/>
              </a:defRPr>
            </a:lvl8pPr>
            <a:lvl9pPr>
              <a:defRPr sz="1350" b="0">
                <a:solidFill>
                  <a:srgbClr val="607269"/>
                </a:solidFill>
                <a:latin typeface="Arial"/>
                <a:ea typeface="Arial"/>
                <a:cs typeface="Arial"/>
              </a:defRPr>
            </a:lvl9pPr>
          </a:lstStyle>
          <a:p xmlns:a="http://schemas.openxmlformats.org/drawingml/2006/main">
            <a:pPr>
              <a:defRPr sz="1350" b="0">
                <a:solidFill>
                  <a:srgbClr val="607269"/>
                </a:solidFill>
                <a:latin typeface="Arial"/>
                <a:ea typeface="Arial"/>
                <a:cs typeface="Arial"/>
              </a:defRPr>
            </a:pPr>
            <a:r>
              <a:rPr sz="1350" b="0">
                <a:solidFill>
                  <a:srgbClr val="607269"/>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1C00F4D4-7245-46C0-8529-B8C8FBF910ED}"/>
              </a:ext>
            </a:extLst>
          </p:cNvPr>
          <p:cNvSpPr>
            <a:spLocks xmlns:a="http://schemas.openxmlformats.org/drawingml/2006/main" noGrp="1"/>
          </p:cNvSpPr>
          <p:nvPr/>
        </p:nvSpPr>
        <p:spPr>
          <a:xfrm xmlns:a="http://schemas.openxmlformats.org/drawingml/2006/main">
            <a:off x="704850" y="1647825"/>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174F3B"/>
                </a:solidFill>
                <a:latin typeface="Georgia"/>
                <a:ea typeface="Georgia"/>
                <a:cs typeface="Georgia"/>
              </a:defRPr>
            </a:defPPr>
            <a:lvl1pPr>
              <a:defRPr sz="2700" b="0">
                <a:solidFill>
                  <a:srgbClr val="174F3B"/>
                </a:solidFill>
                <a:latin typeface="Georgia"/>
                <a:ea typeface="Georgia"/>
                <a:cs typeface="Georgia"/>
              </a:defRPr>
            </a:lvl1pPr>
            <a:lvl2pPr>
              <a:defRPr sz="2700" b="0">
                <a:solidFill>
                  <a:srgbClr val="174F3B"/>
                </a:solidFill>
                <a:latin typeface="Georgia"/>
                <a:ea typeface="Georgia"/>
                <a:cs typeface="Georgia"/>
              </a:defRPr>
            </a:lvl2pPr>
            <a:lvl3pPr>
              <a:defRPr sz="2700" b="0">
                <a:solidFill>
                  <a:srgbClr val="174F3B"/>
                </a:solidFill>
                <a:latin typeface="Georgia"/>
                <a:ea typeface="Georgia"/>
                <a:cs typeface="Georgia"/>
              </a:defRPr>
            </a:lvl3pPr>
            <a:lvl4pPr>
              <a:defRPr sz="2700" b="0">
                <a:solidFill>
                  <a:srgbClr val="174F3B"/>
                </a:solidFill>
                <a:latin typeface="Georgia"/>
                <a:ea typeface="Georgia"/>
                <a:cs typeface="Georgia"/>
              </a:defRPr>
            </a:lvl4pPr>
            <a:lvl5pPr>
              <a:defRPr sz="2700" b="0">
                <a:solidFill>
                  <a:srgbClr val="174F3B"/>
                </a:solidFill>
                <a:latin typeface="Georgia"/>
                <a:ea typeface="Georgia"/>
                <a:cs typeface="Georgia"/>
              </a:defRPr>
            </a:lvl5pPr>
            <a:lvl6pPr>
              <a:defRPr sz="2700" b="0">
                <a:solidFill>
                  <a:srgbClr val="174F3B"/>
                </a:solidFill>
                <a:latin typeface="Georgia"/>
                <a:ea typeface="Georgia"/>
                <a:cs typeface="Georgia"/>
              </a:defRPr>
            </a:lvl6pPr>
            <a:lvl7pPr>
              <a:defRPr sz="2700" b="0">
                <a:solidFill>
                  <a:srgbClr val="174F3B"/>
                </a:solidFill>
                <a:latin typeface="Georgia"/>
                <a:ea typeface="Georgia"/>
                <a:cs typeface="Georgia"/>
              </a:defRPr>
            </a:lvl7pPr>
            <a:lvl8pPr>
              <a:defRPr sz="2700" b="0">
                <a:solidFill>
                  <a:srgbClr val="174F3B"/>
                </a:solidFill>
                <a:latin typeface="Georgia"/>
                <a:ea typeface="Georgia"/>
                <a:cs typeface="Georgia"/>
              </a:defRPr>
            </a:lvl8pPr>
            <a:lvl9pPr>
              <a:defRPr sz="2700" b="0">
                <a:solidFill>
                  <a:srgbClr val="174F3B"/>
                </a:solidFill>
                <a:latin typeface="Georgia"/>
                <a:ea typeface="Georgia"/>
                <a:cs typeface="Georgia"/>
              </a:defRPr>
            </a:lvl9pPr>
          </a:lstStyle>
          <a:p xmlns:a="http://schemas.openxmlformats.org/drawingml/2006/main">
            <a:pPr>
              <a:defRPr sz="2700" b="0">
                <a:solidFill>
                  <a:srgbClr val="174F3B"/>
                </a:solidFill>
                <a:latin typeface="Georgia"/>
                <a:ea typeface="Georgia"/>
                <a:cs typeface="Georgia"/>
              </a:defRPr>
            </a:pPr>
            <a:r>
              <a:rPr sz="2700" b="0">
                <a:solidFill>
                  <a:srgbClr val="174F3B"/>
                </a:solidFill>
                <a:latin typeface="Georgia"/>
                <a:ea typeface="Georgia"/>
                <a:cs typeface="Georgia"/>
              </a:rPr>
              <a:t>Автоматический сбор</a:t>
            </a:r>
          </a:p>
        </p:txBody>
      </p:sp>
      <p:sp>
        <p:nvSpPr>
          <p:cNvPr id="5" name="">
            <a:extLst xmlns:a="http://schemas.openxmlformats.org/drawingml/2006/main">
              <a:ext uri="{FF2B5EF4-FFF2-40B4-BE49-F238E27FC236}">
                <a16:creationId xmlns:a16="http://schemas.microsoft.com/office/drawing/2014/main" id="{06D2D055-3CDB-4F14-8011-528677FF329B}"/>
              </a:ext>
            </a:extLst>
          </p:cNvPr>
          <p:cNvSpPr>
            <a:spLocks xmlns:a="http://schemas.openxmlformats.org/drawingml/2006/main" noGrp="1"/>
          </p:cNvSpPr>
          <p:nvPr/>
        </p:nvSpPr>
        <p:spPr>
          <a:xfrm xmlns:a="http://schemas.openxmlformats.org/drawingml/2006/main">
            <a:off x="723900" y="2505075"/>
            <a:ext cx="48577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43B32"/>
                </a:solidFill>
                <a:latin typeface="Arial"/>
                <a:ea typeface="Arial"/>
                <a:cs typeface="Arial"/>
              </a:defRPr>
            </a:defPPr>
            <a:lvl1pPr>
              <a:defRPr sz="2100" b="0">
                <a:solidFill>
                  <a:srgbClr val="243B32"/>
                </a:solidFill>
                <a:latin typeface="Arial"/>
                <a:ea typeface="Arial"/>
                <a:cs typeface="Arial"/>
              </a:defRPr>
            </a:lvl1pPr>
            <a:lvl2pPr>
              <a:defRPr sz="2100" b="0">
                <a:solidFill>
                  <a:srgbClr val="243B32"/>
                </a:solidFill>
                <a:latin typeface="Arial"/>
                <a:ea typeface="Arial"/>
                <a:cs typeface="Arial"/>
              </a:defRPr>
            </a:lvl2pPr>
            <a:lvl3pPr>
              <a:defRPr sz="2100" b="0">
                <a:solidFill>
                  <a:srgbClr val="243B32"/>
                </a:solidFill>
                <a:latin typeface="Arial"/>
                <a:ea typeface="Arial"/>
                <a:cs typeface="Arial"/>
              </a:defRPr>
            </a:lvl3pPr>
            <a:lvl4pPr>
              <a:defRPr sz="2100" b="0">
                <a:solidFill>
                  <a:srgbClr val="243B32"/>
                </a:solidFill>
                <a:latin typeface="Arial"/>
                <a:ea typeface="Arial"/>
                <a:cs typeface="Arial"/>
              </a:defRPr>
            </a:lvl4pPr>
            <a:lvl5pPr>
              <a:defRPr sz="2100" b="0">
                <a:solidFill>
                  <a:srgbClr val="243B32"/>
                </a:solidFill>
                <a:latin typeface="Arial"/>
                <a:ea typeface="Arial"/>
                <a:cs typeface="Arial"/>
              </a:defRPr>
            </a:lvl5pPr>
            <a:lvl6pPr>
              <a:defRPr sz="2100" b="0">
                <a:solidFill>
                  <a:srgbClr val="243B32"/>
                </a:solidFill>
                <a:latin typeface="Arial"/>
                <a:ea typeface="Arial"/>
                <a:cs typeface="Arial"/>
              </a:defRPr>
            </a:lvl6pPr>
            <a:lvl7pPr>
              <a:defRPr sz="2100" b="0">
                <a:solidFill>
                  <a:srgbClr val="243B32"/>
                </a:solidFill>
                <a:latin typeface="Arial"/>
                <a:ea typeface="Arial"/>
                <a:cs typeface="Arial"/>
              </a:defRPr>
            </a:lvl7pPr>
            <a:lvl8pPr>
              <a:defRPr sz="2100" b="0">
                <a:solidFill>
                  <a:srgbClr val="243B32"/>
                </a:solidFill>
                <a:latin typeface="Arial"/>
                <a:ea typeface="Arial"/>
                <a:cs typeface="Arial"/>
              </a:defRPr>
            </a:lvl8pPr>
            <a:lvl9pPr>
              <a:defRPr sz="2100" b="0">
                <a:solidFill>
                  <a:srgbClr val="243B32"/>
                </a:solidFill>
                <a:latin typeface="Arial"/>
                <a:ea typeface="Arial"/>
                <a:cs typeface="Arial"/>
              </a:defRPr>
            </a:lvl9pPr>
          </a:lstStyle>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Открытые геоданные</a:t>
            </a:r>
          </a:p>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Редакционное обогащение</a:t>
            </a:r>
          </a:p>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Отчет об ошибках источников</a:t>
            </a:r>
          </a:p>
        </p:txBody>
      </p:sp>
      <p:sp>
        <p:nvSpPr>
          <p:cNvPr id="6" name="">
            <a:extLst xmlns:a="http://schemas.openxmlformats.org/drawingml/2006/main">
              <a:ext uri="{FF2B5EF4-FFF2-40B4-BE49-F238E27FC236}">
                <a16:creationId xmlns:a16="http://schemas.microsoft.com/office/drawing/2014/main" id="{4D905692-1A8C-4C6F-89AC-008252C491A6}"/>
              </a:ext>
            </a:extLst>
          </p:cNvPr>
          <p:cNvSpPr>
            <a:spLocks xmlns:a="http://schemas.openxmlformats.org/drawingml/2006/main" noGrp="1"/>
          </p:cNvSpPr>
          <p:nvPr/>
        </p:nvSpPr>
        <p:spPr>
          <a:xfrm xmlns:a="http://schemas.openxmlformats.org/drawingml/2006/main">
            <a:off x="723900" y="4572000"/>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607269"/>
                </a:solidFill>
                <a:latin typeface="Georgia"/>
                <a:ea typeface="Georgia"/>
                <a:cs typeface="Georgia"/>
              </a:defRPr>
            </a:defPPr>
            <a:lvl1pPr>
              <a:defRPr sz="2325" b="0">
                <a:solidFill>
                  <a:srgbClr val="607269"/>
                </a:solidFill>
                <a:latin typeface="Georgia"/>
                <a:ea typeface="Georgia"/>
                <a:cs typeface="Georgia"/>
              </a:defRPr>
            </a:lvl1pPr>
            <a:lvl2pPr>
              <a:defRPr sz="2325" b="0">
                <a:solidFill>
                  <a:srgbClr val="607269"/>
                </a:solidFill>
                <a:latin typeface="Georgia"/>
                <a:ea typeface="Georgia"/>
                <a:cs typeface="Georgia"/>
              </a:defRPr>
            </a:lvl2pPr>
            <a:lvl3pPr>
              <a:defRPr sz="2325" b="0">
                <a:solidFill>
                  <a:srgbClr val="607269"/>
                </a:solidFill>
                <a:latin typeface="Georgia"/>
                <a:ea typeface="Georgia"/>
                <a:cs typeface="Georgia"/>
              </a:defRPr>
            </a:lvl3pPr>
            <a:lvl4pPr>
              <a:defRPr sz="2325" b="0">
                <a:solidFill>
                  <a:srgbClr val="607269"/>
                </a:solidFill>
                <a:latin typeface="Georgia"/>
                <a:ea typeface="Georgia"/>
                <a:cs typeface="Georgia"/>
              </a:defRPr>
            </a:lvl4pPr>
            <a:lvl5pPr>
              <a:defRPr sz="2325" b="0">
                <a:solidFill>
                  <a:srgbClr val="607269"/>
                </a:solidFill>
                <a:latin typeface="Georgia"/>
                <a:ea typeface="Georgia"/>
                <a:cs typeface="Georgia"/>
              </a:defRPr>
            </a:lvl5pPr>
            <a:lvl6pPr>
              <a:defRPr sz="2325" b="0">
                <a:solidFill>
                  <a:srgbClr val="607269"/>
                </a:solidFill>
                <a:latin typeface="Georgia"/>
                <a:ea typeface="Georgia"/>
                <a:cs typeface="Georgia"/>
              </a:defRPr>
            </a:lvl6pPr>
            <a:lvl7pPr>
              <a:defRPr sz="2325" b="0">
                <a:solidFill>
                  <a:srgbClr val="607269"/>
                </a:solidFill>
                <a:latin typeface="Georgia"/>
                <a:ea typeface="Georgia"/>
                <a:cs typeface="Georgia"/>
              </a:defRPr>
            </a:lvl7pPr>
            <a:lvl8pPr>
              <a:defRPr sz="2325" b="0">
                <a:solidFill>
                  <a:srgbClr val="607269"/>
                </a:solidFill>
                <a:latin typeface="Georgia"/>
                <a:ea typeface="Georgia"/>
                <a:cs typeface="Georgia"/>
              </a:defRPr>
            </a:lvl8pPr>
            <a:lvl9pPr>
              <a:defRPr sz="2325" b="0">
                <a:solidFill>
                  <a:srgbClr val="607269"/>
                </a:solidFill>
                <a:latin typeface="Georgia"/>
                <a:ea typeface="Georgia"/>
                <a:cs typeface="Georgia"/>
              </a:defRPr>
            </a:lvl9pPr>
          </a:lstStyle>
          <a:p xmlns:a="http://schemas.openxmlformats.org/drawingml/2006/main">
            <a:pPr>
              <a:defRPr sz="2325" b="0">
                <a:solidFill>
                  <a:srgbClr val="607269"/>
                </a:solidFill>
                <a:latin typeface="Georgia"/>
                <a:ea typeface="Georgia"/>
                <a:cs typeface="Georgia"/>
              </a:defRPr>
            </a:pPr>
            <a:r>
              <a:rPr sz="2325" b="0">
                <a:solidFill>
                  <a:srgbClr val="607269"/>
                </a:solidFill>
                <a:latin typeface="Georgia"/>
                <a:ea typeface="Georgia"/>
                <a:cs typeface="Georgia"/>
              </a:rPr>
              <a:t>Рейтинг и часы</a:t>
            </a:r>
          </a:p>
          <a:p xmlns:a="http://schemas.openxmlformats.org/drawingml/2006/main">
            <a:pPr>
              <a:defRPr sz="2325" b="0">
                <a:solidFill>
                  <a:srgbClr val="607269"/>
                </a:solidFill>
                <a:latin typeface="Georgia"/>
                <a:ea typeface="Georgia"/>
                <a:cs typeface="Georgia"/>
              </a:defRPr>
            </a:pPr>
            <a:r>
              <a:rPr sz="2325" b="0">
                <a:solidFill>
                  <a:srgbClr val="607269"/>
                </a:solidFill>
                <a:latin typeface="Georgia"/>
                <a:ea typeface="Georgia"/>
                <a:cs typeface="Georgia"/>
              </a:rPr>
              <a:t>могут быть неизвестны</a:t>
            </a:r>
          </a:p>
        </p:txBody>
      </p:sp>
      <p:sp>
        <p:nvSpPr>
          <p:cNvPr id="7" name="">
            <a:extLst xmlns:a="http://schemas.openxmlformats.org/drawingml/2006/main">
              <a:ext uri="{FF2B5EF4-FFF2-40B4-BE49-F238E27FC236}">
                <a16:creationId xmlns:a16="http://schemas.microsoft.com/office/drawing/2014/main" id="{96F775C9-62BE-498A-B6AF-CA8F948C2610}"/>
              </a:ext>
            </a:extLst>
          </p:cNvPr>
          <p:cNvSpPr>
            <a:spLocks xmlns:a="http://schemas.openxmlformats.org/drawingml/2006/main" noGrp="1"/>
          </p:cNvSpPr>
          <p:nvPr/>
        </p:nvSpPr>
        <p:spPr>
          <a:xfrm xmlns:a="http://schemas.openxmlformats.org/drawingml/2006/main">
            <a:off x="6667500" y="1647825"/>
            <a:ext cx="4810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174F3B"/>
                </a:solidFill>
                <a:latin typeface="Georgia"/>
                <a:ea typeface="Georgia"/>
                <a:cs typeface="Georgia"/>
              </a:defRPr>
            </a:defPPr>
            <a:lvl1pPr>
              <a:defRPr sz="2700" b="0">
                <a:solidFill>
                  <a:srgbClr val="174F3B"/>
                </a:solidFill>
                <a:latin typeface="Georgia"/>
                <a:ea typeface="Georgia"/>
                <a:cs typeface="Georgia"/>
              </a:defRPr>
            </a:lvl1pPr>
            <a:lvl2pPr>
              <a:defRPr sz="2700" b="0">
                <a:solidFill>
                  <a:srgbClr val="174F3B"/>
                </a:solidFill>
                <a:latin typeface="Georgia"/>
                <a:ea typeface="Georgia"/>
                <a:cs typeface="Georgia"/>
              </a:defRPr>
            </a:lvl2pPr>
            <a:lvl3pPr>
              <a:defRPr sz="2700" b="0">
                <a:solidFill>
                  <a:srgbClr val="174F3B"/>
                </a:solidFill>
                <a:latin typeface="Georgia"/>
                <a:ea typeface="Georgia"/>
                <a:cs typeface="Georgia"/>
              </a:defRPr>
            </a:lvl3pPr>
            <a:lvl4pPr>
              <a:defRPr sz="2700" b="0">
                <a:solidFill>
                  <a:srgbClr val="174F3B"/>
                </a:solidFill>
                <a:latin typeface="Georgia"/>
                <a:ea typeface="Georgia"/>
                <a:cs typeface="Georgia"/>
              </a:defRPr>
            </a:lvl4pPr>
            <a:lvl5pPr>
              <a:defRPr sz="2700" b="0">
                <a:solidFill>
                  <a:srgbClr val="174F3B"/>
                </a:solidFill>
                <a:latin typeface="Georgia"/>
                <a:ea typeface="Georgia"/>
                <a:cs typeface="Georgia"/>
              </a:defRPr>
            </a:lvl5pPr>
            <a:lvl6pPr>
              <a:defRPr sz="2700" b="0">
                <a:solidFill>
                  <a:srgbClr val="174F3B"/>
                </a:solidFill>
                <a:latin typeface="Georgia"/>
                <a:ea typeface="Georgia"/>
                <a:cs typeface="Georgia"/>
              </a:defRPr>
            </a:lvl6pPr>
            <a:lvl7pPr>
              <a:defRPr sz="2700" b="0">
                <a:solidFill>
                  <a:srgbClr val="174F3B"/>
                </a:solidFill>
                <a:latin typeface="Georgia"/>
                <a:ea typeface="Georgia"/>
                <a:cs typeface="Georgia"/>
              </a:defRPr>
            </a:lvl7pPr>
            <a:lvl8pPr>
              <a:defRPr sz="2700" b="0">
                <a:solidFill>
                  <a:srgbClr val="174F3B"/>
                </a:solidFill>
                <a:latin typeface="Georgia"/>
                <a:ea typeface="Georgia"/>
                <a:cs typeface="Georgia"/>
              </a:defRPr>
            </a:lvl8pPr>
            <a:lvl9pPr>
              <a:defRPr sz="2700" b="0">
                <a:solidFill>
                  <a:srgbClr val="174F3B"/>
                </a:solidFill>
                <a:latin typeface="Georgia"/>
                <a:ea typeface="Georgia"/>
                <a:cs typeface="Georgia"/>
              </a:defRPr>
            </a:lvl9pPr>
          </a:lstStyle>
          <a:p xmlns:a="http://schemas.openxmlformats.org/drawingml/2006/main">
            <a:pPr>
              <a:defRPr sz="2700" b="0">
                <a:solidFill>
                  <a:srgbClr val="174F3B"/>
                </a:solidFill>
                <a:latin typeface="Georgia"/>
                <a:ea typeface="Georgia"/>
                <a:cs typeface="Georgia"/>
              </a:defRPr>
            </a:pPr>
            <a:r>
              <a:rPr sz="2700" b="0">
                <a:solidFill>
                  <a:srgbClr val="174F3B"/>
                </a:solidFill>
                <a:latin typeface="Georgia"/>
                <a:ea typeface="Georgia"/>
                <a:cs typeface="Georgia"/>
              </a:rPr>
              <a:t>Пример проверки</a:t>
            </a:r>
          </a:p>
        </p:txBody>
      </p:sp>
      <p:sp>
        <p:nvSpPr>
          <p:cNvPr id="8" name="">
            <a:extLst xmlns:a="http://schemas.openxmlformats.org/drawingml/2006/main">
              <a:ext uri="{FF2B5EF4-FFF2-40B4-BE49-F238E27FC236}">
                <a16:creationId xmlns:a16="http://schemas.microsoft.com/office/drawing/2014/main" id="{D61E4E79-A051-4A0E-BC8A-3C4BCFC182C4}"/>
              </a:ext>
            </a:extLst>
          </p:cNvPr>
          <p:cNvSpPr>
            <a:spLocks xmlns:a="http://schemas.openxmlformats.org/drawingml/2006/main" noGrp="1"/>
          </p:cNvSpPr>
          <p:nvPr/>
        </p:nvSpPr>
        <p:spPr>
          <a:xfrm xmlns:a="http://schemas.openxmlformats.org/drawingml/2006/main">
            <a:off x="6686550" y="250507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43B32"/>
                </a:solidFill>
                <a:latin typeface="Arial"/>
                <a:ea typeface="Arial"/>
                <a:cs typeface="Arial"/>
              </a:defRPr>
            </a:defPPr>
            <a:lvl1pPr>
              <a:defRPr sz="2250" b="0">
                <a:solidFill>
                  <a:srgbClr val="243B32"/>
                </a:solidFill>
                <a:latin typeface="Arial"/>
                <a:ea typeface="Arial"/>
                <a:cs typeface="Arial"/>
              </a:defRPr>
            </a:lvl1pPr>
            <a:lvl2pPr>
              <a:defRPr sz="2250" b="0">
                <a:solidFill>
                  <a:srgbClr val="243B32"/>
                </a:solidFill>
                <a:latin typeface="Arial"/>
                <a:ea typeface="Arial"/>
                <a:cs typeface="Arial"/>
              </a:defRPr>
            </a:lvl2pPr>
            <a:lvl3pPr>
              <a:defRPr sz="2250" b="0">
                <a:solidFill>
                  <a:srgbClr val="243B32"/>
                </a:solidFill>
                <a:latin typeface="Arial"/>
                <a:ea typeface="Arial"/>
                <a:cs typeface="Arial"/>
              </a:defRPr>
            </a:lvl3pPr>
            <a:lvl4pPr>
              <a:defRPr sz="2250" b="0">
                <a:solidFill>
                  <a:srgbClr val="243B32"/>
                </a:solidFill>
                <a:latin typeface="Arial"/>
                <a:ea typeface="Arial"/>
                <a:cs typeface="Arial"/>
              </a:defRPr>
            </a:lvl4pPr>
            <a:lvl5pPr>
              <a:defRPr sz="2250" b="0">
                <a:solidFill>
                  <a:srgbClr val="243B32"/>
                </a:solidFill>
                <a:latin typeface="Arial"/>
                <a:ea typeface="Arial"/>
                <a:cs typeface="Arial"/>
              </a:defRPr>
            </a:lvl5pPr>
            <a:lvl6pPr>
              <a:defRPr sz="2250" b="0">
                <a:solidFill>
                  <a:srgbClr val="243B32"/>
                </a:solidFill>
                <a:latin typeface="Arial"/>
                <a:ea typeface="Arial"/>
                <a:cs typeface="Arial"/>
              </a:defRPr>
            </a:lvl6pPr>
            <a:lvl7pPr>
              <a:defRPr sz="2250" b="0">
                <a:solidFill>
                  <a:srgbClr val="243B32"/>
                </a:solidFill>
                <a:latin typeface="Arial"/>
                <a:ea typeface="Arial"/>
                <a:cs typeface="Arial"/>
              </a:defRPr>
            </a:lvl7pPr>
            <a:lvl8pPr>
              <a:defRPr sz="2250" b="0">
                <a:solidFill>
                  <a:srgbClr val="243B32"/>
                </a:solidFill>
                <a:latin typeface="Arial"/>
                <a:ea typeface="Arial"/>
                <a:cs typeface="Arial"/>
              </a:defRPr>
            </a:lvl8pPr>
            <a:lvl9pPr>
              <a:defRPr sz="2250" b="0">
                <a:solidFill>
                  <a:srgbClr val="243B32"/>
                </a:solidFill>
                <a:latin typeface="Arial"/>
                <a:ea typeface="Arial"/>
                <a:cs typeface="Arial"/>
              </a:defRPr>
            </a:lvl9pPr>
          </a:lstStyle>
          <a:p xmlns:a="http://schemas.openxmlformats.org/drawingml/2006/main">
            <a:pPr>
              <a:defRPr sz="2250" b="0">
                <a:solidFill>
                  <a:srgbClr val="243B32"/>
                </a:solidFill>
                <a:latin typeface="Arial"/>
                <a:ea typeface="Arial"/>
                <a:cs typeface="Arial"/>
              </a:defRPr>
            </a:pPr>
            <a:r>
              <a:rPr sz="2250" b="0">
                <a:solidFill>
                  <a:srgbClr val="243B32"/>
                </a:solidFill>
                <a:latin typeface="Arial"/>
                <a:ea typeface="Arial"/>
                <a:cs typeface="Arial"/>
              </a:rPr>
              <a:t>Старый музей энергии в Нур Алем</a:t>
            </a:r>
          </a:p>
          <a:p xmlns:a="http://schemas.openxmlformats.org/drawingml/2006/main">
            <a:pPr>
              <a:defRPr sz="2250" b="0">
                <a:solidFill>
                  <a:srgbClr val="243B32"/>
                </a:solidFill>
                <a:latin typeface="Arial"/>
                <a:ea typeface="Arial"/>
                <a:cs typeface="Arial"/>
              </a:defRPr>
            </a:pPr>
            <a:r>
              <a:rPr sz="2250" b="0">
                <a:solidFill>
                  <a:srgbClr val="243B32"/>
                </a:solidFill>
                <a:latin typeface="Arial"/>
                <a:ea typeface="Arial"/>
                <a:cs typeface="Arial"/>
              </a:rPr>
              <a:t>завершил прием в 2024 году</a:t>
            </a:r>
          </a:p>
        </p:txBody>
      </p:sp>
      <p:sp>
        <p:nvSpPr>
          <p:cNvPr id="9" name="">
            <a:extLst xmlns:a="http://schemas.openxmlformats.org/drawingml/2006/main">
              <a:ext uri="{FF2B5EF4-FFF2-40B4-BE49-F238E27FC236}">
                <a16:creationId xmlns:a16="http://schemas.microsoft.com/office/drawing/2014/main" id="{8F5343E9-CFC6-4D3D-83B6-EEC212AB6764}"/>
              </a:ext>
            </a:extLst>
          </p:cNvPr>
          <p:cNvSpPr>
            <a:spLocks xmlns:a="http://schemas.openxmlformats.org/drawingml/2006/main" noGrp="1"/>
          </p:cNvSpPr>
          <p:nvPr/>
        </p:nvSpPr>
        <p:spPr>
          <a:xfrm xmlns:a="http://schemas.openxmlformats.org/drawingml/2006/main">
            <a:off x="6686550" y="3857625"/>
            <a:ext cx="4762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3B32"/>
                </a:solidFill>
                <a:latin typeface="Arial"/>
                <a:ea typeface="Arial"/>
                <a:cs typeface="Arial"/>
              </a:defRPr>
            </a:defPPr>
            <a:lvl1pPr>
              <a:defRPr sz="2025" b="0">
                <a:solidFill>
                  <a:srgbClr val="243B32"/>
                </a:solidFill>
                <a:latin typeface="Arial"/>
                <a:ea typeface="Arial"/>
                <a:cs typeface="Arial"/>
              </a:defRPr>
            </a:lvl1pPr>
            <a:lvl2pPr>
              <a:defRPr sz="2025" b="0">
                <a:solidFill>
                  <a:srgbClr val="243B32"/>
                </a:solidFill>
                <a:latin typeface="Arial"/>
                <a:ea typeface="Arial"/>
                <a:cs typeface="Arial"/>
              </a:defRPr>
            </a:lvl2pPr>
            <a:lvl3pPr>
              <a:defRPr sz="2025" b="0">
                <a:solidFill>
                  <a:srgbClr val="243B32"/>
                </a:solidFill>
                <a:latin typeface="Arial"/>
                <a:ea typeface="Arial"/>
                <a:cs typeface="Arial"/>
              </a:defRPr>
            </a:lvl3pPr>
            <a:lvl4pPr>
              <a:defRPr sz="2025" b="0">
                <a:solidFill>
                  <a:srgbClr val="243B32"/>
                </a:solidFill>
                <a:latin typeface="Arial"/>
                <a:ea typeface="Arial"/>
                <a:cs typeface="Arial"/>
              </a:defRPr>
            </a:lvl4pPr>
            <a:lvl5pPr>
              <a:defRPr sz="2025" b="0">
                <a:solidFill>
                  <a:srgbClr val="243B32"/>
                </a:solidFill>
                <a:latin typeface="Arial"/>
                <a:ea typeface="Arial"/>
                <a:cs typeface="Arial"/>
              </a:defRPr>
            </a:lvl5pPr>
            <a:lvl6pPr>
              <a:defRPr sz="2025" b="0">
                <a:solidFill>
                  <a:srgbClr val="243B32"/>
                </a:solidFill>
                <a:latin typeface="Arial"/>
                <a:ea typeface="Arial"/>
                <a:cs typeface="Arial"/>
              </a:defRPr>
            </a:lvl6pPr>
            <a:lvl7pPr>
              <a:defRPr sz="2025" b="0">
                <a:solidFill>
                  <a:srgbClr val="243B32"/>
                </a:solidFill>
                <a:latin typeface="Arial"/>
                <a:ea typeface="Arial"/>
                <a:cs typeface="Arial"/>
              </a:defRPr>
            </a:lvl7pPr>
            <a:lvl8pPr>
              <a:defRPr sz="2025" b="0">
                <a:solidFill>
                  <a:srgbClr val="243B32"/>
                </a:solidFill>
                <a:latin typeface="Arial"/>
                <a:ea typeface="Arial"/>
                <a:cs typeface="Arial"/>
              </a:defRPr>
            </a:lvl8pPr>
            <a:lvl9pPr>
              <a:defRPr sz="2025" b="0">
                <a:solidFill>
                  <a:srgbClr val="243B32"/>
                </a:solidFill>
                <a:latin typeface="Arial"/>
                <a:ea typeface="Arial"/>
                <a:cs typeface="Arial"/>
              </a:defRPr>
            </a:lvl9pPr>
          </a:lstStyle>
          <a:p xmlns:a="http://schemas.openxmlformats.org/drawingml/2006/main">
            <a:pPr>
              <a:defRPr sz="2025" b="0">
                <a:solidFill>
                  <a:srgbClr val="243B32"/>
                </a:solidFill>
                <a:latin typeface="Arial"/>
                <a:ea typeface="Arial"/>
                <a:cs typeface="Arial"/>
              </a:defRPr>
            </a:pPr>
            <a:r>
              <a:rPr sz="2025" b="0">
                <a:solidFill>
                  <a:srgbClr val="243B32"/>
                </a:solidFill>
                <a:latin typeface="Arial"/>
                <a:ea typeface="Arial"/>
                <a:cs typeface="Arial"/>
              </a:rPr>
              <a:t>Источник сообщает об alem.ai</a:t>
            </a:r>
          </a:p>
          <a:p xmlns:a="http://schemas.openxmlformats.org/drawingml/2006/main">
            <a:pPr>
              <a:defRPr sz="2025" b="0">
                <a:solidFill>
                  <a:srgbClr val="243B32"/>
                </a:solidFill>
                <a:latin typeface="Arial"/>
                <a:ea typeface="Arial"/>
                <a:cs typeface="Arial"/>
              </a:defRPr>
            </a:pPr>
            <a:r>
              <a:rPr sz="2025" b="0">
                <a:solidFill>
                  <a:srgbClr val="243B32"/>
                </a:solidFill>
                <a:latin typeface="Arial"/>
                <a:ea typeface="Arial"/>
                <a:cs typeface="Arial"/>
              </a:rPr>
              <a:t>и Музее Сингулярности.</a:t>
            </a:r>
          </a:p>
          <a:p xmlns:a="http://schemas.openxmlformats.org/drawingml/2006/main">
            <a:pPr>
              <a:defRPr sz="2025" b="0">
                <a:solidFill>
                  <a:srgbClr val="243B32"/>
                </a:solidFill>
                <a:latin typeface="Arial"/>
                <a:ea typeface="Arial"/>
                <a:cs typeface="Arial"/>
              </a:defRPr>
            </a:pPr>
            <a:r>
              <a:rPr sz="2025" b="0">
                <a:solidFill>
                  <a:srgbClr val="243B32"/>
                </a:solidFill>
                <a:latin typeface="Arial"/>
                <a:ea typeface="Arial"/>
                <a:cs typeface="Arial"/>
              </a:rPr>
              <a:t>Перед визитом нужна проверка</a:t>
            </a:r>
          </a:p>
        </p:txBody>
      </p:sp>
      <p:sp>
        <p:nvSpPr>
          <p:cNvPr id="10" name="">
            <a:extLst xmlns:a="http://schemas.openxmlformats.org/drawingml/2006/main">
              <a:ext uri="{FF2B5EF4-FFF2-40B4-BE49-F238E27FC236}">
                <a16:creationId xmlns:a16="http://schemas.microsoft.com/office/drawing/2014/main" id="{0405B643-1F89-4D3C-98E8-50DDB03B8601}"/>
              </a:ext>
            </a:extLst>
          </p:cNvPr>
          <p:cNvSpPr>
            <a:spLocks xmlns:a="http://schemas.openxmlformats.org/drawingml/2006/main" noGrp="1"/>
          </p:cNvSpPr>
          <p:nvPr/>
        </p:nvSpPr>
        <p:spPr>
          <a:xfrm xmlns:a="http://schemas.openxmlformats.org/drawingml/2006/main">
            <a:off x="723900" y="58293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07269"/>
                </a:solidFill>
                <a:latin typeface="Arial"/>
                <a:ea typeface="Arial"/>
                <a:cs typeface="Arial"/>
              </a:defRPr>
            </a:defPPr>
            <a:lvl1pPr>
              <a:defRPr sz="1575" b="0">
                <a:solidFill>
                  <a:srgbClr val="607269"/>
                </a:solidFill>
                <a:latin typeface="Arial"/>
                <a:ea typeface="Arial"/>
                <a:cs typeface="Arial"/>
              </a:defRPr>
            </a:lvl1pPr>
            <a:lvl2pPr>
              <a:defRPr sz="1575" b="0">
                <a:solidFill>
                  <a:srgbClr val="607269"/>
                </a:solidFill>
                <a:latin typeface="Arial"/>
                <a:ea typeface="Arial"/>
                <a:cs typeface="Arial"/>
              </a:defRPr>
            </a:lvl2pPr>
            <a:lvl3pPr>
              <a:defRPr sz="1575" b="0">
                <a:solidFill>
                  <a:srgbClr val="607269"/>
                </a:solidFill>
                <a:latin typeface="Arial"/>
                <a:ea typeface="Arial"/>
                <a:cs typeface="Arial"/>
              </a:defRPr>
            </a:lvl3pPr>
            <a:lvl4pPr>
              <a:defRPr sz="1575" b="0">
                <a:solidFill>
                  <a:srgbClr val="607269"/>
                </a:solidFill>
                <a:latin typeface="Arial"/>
                <a:ea typeface="Arial"/>
                <a:cs typeface="Arial"/>
              </a:defRPr>
            </a:lvl4pPr>
            <a:lvl5pPr>
              <a:defRPr sz="1575" b="0">
                <a:solidFill>
                  <a:srgbClr val="607269"/>
                </a:solidFill>
                <a:latin typeface="Arial"/>
                <a:ea typeface="Arial"/>
                <a:cs typeface="Arial"/>
              </a:defRPr>
            </a:lvl5pPr>
            <a:lvl6pPr>
              <a:defRPr sz="1575" b="0">
                <a:solidFill>
                  <a:srgbClr val="607269"/>
                </a:solidFill>
                <a:latin typeface="Arial"/>
                <a:ea typeface="Arial"/>
                <a:cs typeface="Arial"/>
              </a:defRPr>
            </a:lvl6pPr>
            <a:lvl7pPr>
              <a:defRPr sz="1575" b="0">
                <a:solidFill>
                  <a:srgbClr val="607269"/>
                </a:solidFill>
                <a:latin typeface="Arial"/>
                <a:ea typeface="Arial"/>
                <a:cs typeface="Arial"/>
              </a:defRPr>
            </a:lvl7pPr>
            <a:lvl8pPr>
              <a:defRPr sz="1575" b="0">
                <a:solidFill>
                  <a:srgbClr val="607269"/>
                </a:solidFill>
                <a:latin typeface="Arial"/>
                <a:ea typeface="Arial"/>
                <a:cs typeface="Arial"/>
              </a:defRPr>
            </a:lvl8pPr>
            <a:lvl9pPr>
              <a:defRPr sz="1575" b="0">
                <a:solidFill>
                  <a:srgbClr val="607269"/>
                </a:solidFill>
                <a:latin typeface="Arial"/>
                <a:ea typeface="Arial"/>
                <a:cs typeface="Arial"/>
              </a:defRPr>
            </a:lvl9pPr>
          </a:lstStyle>
          <a:p xmlns:a="http://schemas.openxmlformats.org/drawingml/2006/main">
            <a:pPr>
              <a:defRPr sz="1575" b="0">
                <a:solidFill>
                  <a:srgbClr val="607269"/>
                </a:solidFill>
                <a:latin typeface="Arial"/>
                <a:ea typeface="Arial"/>
                <a:cs typeface="Arial"/>
              </a:defRPr>
            </a:pPr>
            <a:r>
              <a:rPr sz="1575" b="0">
                <a:solidFill>
                  <a:srgbClr val="607269"/>
                </a:solidFill>
                <a:latin typeface="Arial"/>
                <a:ea typeface="Arial"/>
                <a:cs typeface="Arial"/>
              </a:rPr>
              <a:t>2GIS, Ticketon, kino.kz и sxodim открываются внешними ссылками</a:t>
            </a:r>
          </a:p>
        </p:txBody>
      </p:sp>
    </p:spTree>
    <p:extLst>
      <p:ext uri="{BB962C8B-B14F-4D97-AF65-F5344CB8AC3E}">
        <p14:creationId xmlns:p14="http://schemas.microsoft.com/office/powerpoint/2010/main" val="727049221"/>
      </p:ext>
    </p:extLst>
  </p:cSld>
</p:sld>
</file>

<file path=ppt/slides/slide6.xml><?xml version="1.0" encoding="utf-8"?>
<p:sld xmlns:p="http://schemas.openxmlformats.org/presentationml/2006/main">
  <p:cSld>
    <p:bg>
      <p:bgPr>
        <a:solidFill xmlns:a="http://schemas.openxmlformats.org/drawingml/2006/main">
          <a:srgbClr val="174F3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8860A2F-8D85-41EF-8AAD-27523AFD4611}"/>
              </a:ext>
            </a:extLst>
          </p:cNvPr>
          <p:cNvSpPr>
            <a:spLocks xmlns:a="http://schemas.openxmlformats.org/drawingml/2006/main" noGrp="1"/>
          </p:cNvSpPr>
          <p:nvPr/>
        </p:nvSpPr>
        <p:spPr>
          <a:xfrm xmlns:a="http://schemas.openxmlformats.org/drawingml/2006/main">
            <a:off x="685800" y="5334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F8F8F2"/>
                </a:solidFill>
                <a:latin typeface="Georgia"/>
                <a:ea typeface="Georgia"/>
                <a:cs typeface="Georgia"/>
              </a:defRPr>
            </a:defPPr>
            <a:lvl1pPr>
              <a:defRPr sz="3300" b="0">
                <a:solidFill>
                  <a:srgbClr val="F8F8F2"/>
                </a:solidFill>
                <a:latin typeface="Georgia"/>
                <a:ea typeface="Georgia"/>
                <a:cs typeface="Georgia"/>
              </a:defRPr>
            </a:lvl1pPr>
            <a:lvl2pPr>
              <a:defRPr sz="3300" b="0">
                <a:solidFill>
                  <a:srgbClr val="F8F8F2"/>
                </a:solidFill>
                <a:latin typeface="Georgia"/>
                <a:ea typeface="Georgia"/>
                <a:cs typeface="Georgia"/>
              </a:defRPr>
            </a:lvl2pPr>
            <a:lvl3pPr>
              <a:defRPr sz="3300" b="0">
                <a:solidFill>
                  <a:srgbClr val="F8F8F2"/>
                </a:solidFill>
                <a:latin typeface="Georgia"/>
                <a:ea typeface="Georgia"/>
                <a:cs typeface="Georgia"/>
              </a:defRPr>
            </a:lvl3pPr>
            <a:lvl4pPr>
              <a:defRPr sz="3300" b="0">
                <a:solidFill>
                  <a:srgbClr val="F8F8F2"/>
                </a:solidFill>
                <a:latin typeface="Georgia"/>
                <a:ea typeface="Georgia"/>
                <a:cs typeface="Georgia"/>
              </a:defRPr>
            </a:lvl4pPr>
            <a:lvl5pPr>
              <a:defRPr sz="3300" b="0">
                <a:solidFill>
                  <a:srgbClr val="F8F8F2"/>
                </a:solidFill>
                <a:latin typeface="Georgia"/>
                <a:ea typeface="Georgia"/>
                <a:cs typeface="Georgia"/>
              </a:defRPr>
            </a:lvl5pPr>
            <a:lvl6pPr>
              <a:defRPr sz="3300" b="0">
                <a:solidFill>
                  <a:srgbClr val="F8F8F2"/>
                </a:solidFill>
                <a:latin typeface="Georgia"/>
                <a:ea typeface="Georgia"/>
                <a:cs typeface="Georgia"/>
              </a:defRPr>
            </a:lvl6pPr>
            <a:lvl7pPr>
              <a:defRPr sz="3300" b="0">
                <a:solidFill>
                  <a:srgbClr val="F8F8F2"/>
                </a:solidFill>
                <a:latin typeface="Georgia"/>
                <a:ea typeface="Georgia"/>
                <a:cs typeface="Georgia"/>
              </a:defRPr>
            </a:lvl7pPr>
            <a:lvl8pPr>
              <a:defRPr sz="3300" b="0">
                <a:solidFill>
                  <a:srgbClr val="F8F8F2"/>
                </a:solidFill>
                <a:latin typeface="Georgia"/>
                <a:ea typeface="Georgia"/>
                <a:cs typeface="Georgia"/>
              </a:defRPr>
            </a:lvl8pPr>
            <a:lvl9pPr>
              <a:defRPr sz="3300" b="0">
                <a:solidFill>
                  <a:srgbClr val="F8F8F2"/>
                </a:solidFill>
                <a:latin typeface="Georgia"/>
                <a:ea typeface="Georgia"/>
                <a:cs typeface="Georgia"/>
              </a:defRPr>
            </a:lvl9pPr>
          </a:lstStyle>
          <a:p xmlns:a="http://schemas.openxmlformats.org/drawingml/2006/main">
            <a:pPr>
              <a:defRPr sz="3300" b="0">
                <a:solidFill>
                  <a:srgbClr val="F8F8F2"/>
                </a:solidFill>
                <a:latin typeface="Georgia"/>
                <a:ea typeface="Georgia"/>
                <a:cs typeface="Georgia"/>
              </a:defRPr>
            </a:pPr>
            <a:r>
              <a:rPr sz="3300" b="0">
                <a:solidFill>
                  <a:srgbClr val="F8F8F2"/>
                </a:solidFill>
                <a:latin typeface="Georgia"/>
                <a:ea typeface="Georgia"/>
                <a:cs typeface="Georgia"/>
              </a:rPr>
              <a:t>Локация и безопасность</a:t>
            </a:r>
          </a:p>
        </p:txBody>
      </p:sp>
      <p:sp>
        <p:nvSpPr>
          <p:cNvPr id="2" name="">
            <a:extLst xmlns:a="http://schemas.openxmlformats.org/drawingml/2006/main">
              <a:ext uri="{FF2B5EF4-FFF2-40B4-BE49-F238E27FC236}">
                <a16:creationId xmlns:a16="http://schemas.microsoft.com/office/drawing/2014/main" id="{1057C566-D296-45AE-8192-51DE927B6E2E}"/>
              </a:ext>
            </a:extLst>
          </p:cNvPr>
          <p:cNvSpPr>
            <a:spLocks xmlns:a="http://schemas.openxmlformats.org/drawingml/2006/main" noGrp="1"/>
          </p:cNvSpPr>
          <p:nvPr/>
        </p:nvSpPr>
        <p:spPr>
          <a:xfrm xmlns:a="http://schemas.openxmlformats.org/drawingml/2006/main">
            <a:off x="685800" y="63341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D6E4D9"/>
                </a:solidFill>
                <a:latin typeface="Georgia"/>
                <a:ea typeface="Georgia"/>
                <a:cs typeface="Georgia"/>
              </a:defRPr>
            </a:defPPr>
            <a:lvl1pPr>
              <a:defRPr sz="1650" b="1">
                <a:solidFill>
                  <a:srgbClr val="D6E4D9"/>
                </a:solidFill>
                <a:latin typeface="Georgia"/>
                <a:ea typeface="Georgia"/>
                <a:cs typeface="Georgia"/>
              </a:defRPr>
            </a:lvl1pPr>
            <a:lvl2pPr>
              <a:defRPr sz="1650" b="1">
                <a:solidFill>
                  <a:srgbClr val="D6E4D9"/>
                </a:solidFill>
                <a:latin typeface="Georgia"/>
                <a:ea typeface="Georgia"/>
                <a:cs typeface="Georgia"/>
              </a:defRPr>
            </a:lvl2pPr>
            <a:lvl3pPr>
              <a:defRPr sz="1650" b="1">
                <a:solidFill>
                  <a:srgbClr val="D6E4D9"/>
                </a:solidFill>
                <a:latin typeface="Georgia"/>
                <a:ea typeface="Georgia"/>
                <a:cs typeface="Georgia"/>
              </a:defRPr>
            </a:lvl3pPr>
            <a:lvl4pPr>
              <a:defRPr sz="1650" b="1">
                <a:solidFill>
                  <a:srgbClr val="D6E4D9"/>
                </a:solidFill>
                <a:latin typeface="Georgia"/>
                <a:ea typeface="Georgia"/>
                <a:cs typeface="Georgia"/>
              </a:defRPr>
            </a:lvl4pPr>
            <a:lvl5pPr>
              <a:defRPr sz="1650" b="1">
                <a:solidFill>
                  <a:srgbClr val="D6E4D9"/>
                </a:solidFill>
                <a:latin typeface="Georgia"/>
                <a:ea typeface="Georgia"/>
                <a:cs typeface="Georgia"/>
              </a:defRPr>
            </a:lvl5pPr>
            <a:lvl6pPr>
              <a:defRPr sz="1650" b="1">
                <a:solidFill>
                  <a:srgbClr val="D6E4D9"/>
                </a:solidFill>
                <a:latin typeface="Georgia"/>
                <a:ea typeface="Georgia"/>
                <a:cs typeface="Georgia"/>
              </a:defRPr>
            </a:lvl6pPr>
            <a:lvl7pPr>
              <a:defRPr sz="1650" b="1">
                <a:solidFill>
                  <a:srgbClr val="D6E4D9"/>
                </a:solidFill>
                <a:latin typeface="Georgia"/>
                <a:ea typeface="Georgia"/>
                <a:cs typeface="Georgia"/>
              </a:defRPr>
            </a:lvl7pPr>
            <a:lvl8pPr>
              <a:defRPr sz="1650" b="1">
                <a:solidFill>
                  <a:srgbClr val="D6E4D9"/>
                </a:solidFill>
                <a:latin typeface="Georgia"/>
                <a:ea typeface="Georgia"/>
                <a:cs typeface="Georgia"/>
              </a:defRPr>
            </a:lvl8pPr>
            <a:lvl9pPr>
              <a:defRPr sz="1650" b="1">
                <a:solidFill>
                  <a:srgbClr val="D6E4D9"/>
                </a:solidFill>
                <a:latin typeface="Georgia"/>
                <a:ea typeface="Georgia"/>
                <a:cs typeface="Georgia"/>
              </a:defRPr>
            </a:lvl9pPr>
          </a:lstStyle>
          <a:p xmlns:a="http://schemas.openxmlformats.org/drawingml/2006/main">
            <a:pPr>
              <a:defRPr sz="1650" b="1">
                <a:solidFill>
                  <a:srgbClr val="D6E4D9"/>
                </a:solidFill>
                <a:latin typeface="Georgia"/>
                <a:ea typeface="Georgia"/>
                <a:cs typeface="Georgia"/>
              </a:defRPr>
            </a:pPr>
            <a:r>
              <a:rPr sz="1650" b="1">
                <a:solidFill>
                  <a:srgbClr val="D6E4D9"/>
                </a:solidFill>
                <a:latin typeface="Georgia"/>
                <a:ea typeface="Georgia"/>
                <a:cs typeface="Georgia"/>
              </a:rPr>
              <a:t>qadam</a:t>
            </a:r>
          </a:p>
        </p:txBody>
      </p:sp>
      <p:sp>
        <p:nvSpPr>
          <p:cNvPr id="3" name="">
            <a:extLst xmlns:a="http://schemas.openxmlformats.org/drawingml/2006/main">
              <a:ext uri="{FF2B5EF4-FFF2-40B4-BE49-F238E27FC236}">
                <a16:creationId xmlns:a16="http://schemas.microsoft.com/office/drawing/2014/main" id="{1C257CED-00B6-426F-BCC0-975E2759EE0D}"/>
              </a:ext>
            </a:extLst>
          </p:cNvPr>
          <p:cNvSpPr>
            <a:spLocks xmlns:a="http://schemas.openxmlformats.org/drawingml/2006/main" noGrp="1"/>
          </p:cNvSpPr>
          <p:nvPr/>
        </p:nvSpPr>
        <p:spPr>
          <a:xfrm xmlns:a="http://schemas.openxmlformats.org/drawingml/2006/main">
            <a:off x="110490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D6E4D9"/>
                </a:solidFill>
                <a:latin typeface="Arial"/>
                <a:ea typeface="Arial"/>
                <a:cs typeface="Arial"/>
              </a:defRPr>
            </a:defPPr>
            <a:lvl1pPr>
              <a:defRPr sz="1350" b="0">
                <a:solidFill>
                  <a:srgbClr val="D6E4D9"/>
                </a:solidFill>
                <a:latin typeface="Arial"/>
                <a:ea typeface="Arial"/>
                <a:cs typeface="Arial"/>
              </a:defRPr>
            </a:lvl1pPr>
            <a:lvl2pPr>
              <a:defRPr sz="1350" b="0">
                <a:solidFill>
                  <a:srgbClr val="D6E4D9"/>
                </a:solidFill>
                <a:latin typeface="Arial"/>
                <a:ea typeface="Arial"/>
                <a:cs typeface="Arial"/>
              </a:defRPr>
            </a:lvl2pPr>
            <a:lvl3pPr>
              <a:defRPr sz="1350" b="0">
                <a:solidFill>
                  <a:srgbClr val="D6E4D9"/>
                </a:solidFill>
                <a:latin typeface="Arial"/>
                <a:ea typeface="Arial"/>
                <a:cs typeface="Arial"/>
              </a:defRPr>
            </a:lvl3pPr>
            <a:lvl4pPr>
              <a:defRPr sz="1350" b="0">
                <a:solidFill>
                  <a:srgbClr val="D6E4D9"/>
                </a:solidFill>
                <a:latin typeface="Arial"/>
                <a:ea typeface="Arial"/>
                <a:cs typeface="Arial"/>
              </a:defRPr>
            </a:lvl4pPr>
            <a:lvl5pPr>
              <a:defRPr sz="1350" b="0">
                <a:solidFill>
                  <a:srgbClr val="D6E4D9"/>
                </a:solidFill>
                <a:latin typeface="Arial"/>
                <a:ea typeface="Arial"/>
                <a:cs typeface="Arial"/>
              </a:defRPr>
            </a:lvl5pPr>
            <a:lvl6pPr>
              <a:defRPr sz="1350" b="0">
                <a:solidFill>
                  <a:srgbClr val="D6E4D9"/>
                </a:solidFill>
                <a:latin typeface="Arial"/>
                <a:ea typeface="Arial"/>
                <a:cs typeface="Arial"/>
              </a:defRPr>
            </a:lvl6pPr>
            <a:lvl7pPr>
              <a:defRPr sz="1350" b="0">
                <a:solidFill>
                  <a:srgbClr val="D6E4D9"/>
                </a:solidFill>
                <a:latin typeface="Arial"/>
                <a:ea typeface="Arial"/>
                <a:cs typeface="Arial"/>
              </a:defRPr>
            </a:lvl7pPr>
            <a:lvl8pPr>
              <a:defRPr sz="1350" b="0">
                <a:solidFill>
                  <a:srgbClr val="D6E4D9"/>
                </a:solidFill>
                <a:latin typeface="Arial"/>
                <a:ea typeface="Arial"/>
                <a:cs typeface="Arial"/>
              </a:defRPr>
            </a:lvl8pPr>
            <a:lvl9pPr>
              <a:defRPr sz="1350" b="0">
                <a:solidFill>
                  <a:srgbClr val="D6E4D9"/>
                </a:solidFill>
                <a:latin typeface="Arial"/>
                <a:ea typeface="Arial"/>
                <a:cs typeface="Arial"/>
              </a:defRPr>
            </a:lvl9pPr>
          </a:lstStyle>
          <a:p xmlns:a="http://schemas.openxmlformats.org/drawingml/2006/main">
            <a:pPr>
              <a:defRPr sz="1350" b="0">
                <a:solidFill>
                  <a:srgbClr val="D6E4D9"/>
                </a:solidFill>
                <a:latin typeface="Arial"/>
                <a:ea typeface="Arial"/>
                <a:cs typeface="Arial"/>
              </a:defRPr>
            </a:pPr>
            <a:r>
              <a:rPr sz="1350" b="0">
                <a:solidFill>
                  <a:srgbClr val="D6E4D9"/>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268A7EAB-146F-4DA6-8144-3C747E5A1F4D}"/>
              </a:ext>
            </a:extLst>
          </p:cNvPr>
          <p:cNvSpPr>
            <a:spLocks xmlns:a="http://schemas.openxmlformats.org/drawingml/2006/main" noGrp="1"/>
          </p:cNvSpPr>
          <p:nvPr/>
        </p:nvSpPr>
        <p:spPr>
          <a:xfrm xmlns:a="http://schemas.openxmlformats.org/drawingml/2006/main">
            <a:off x="704850" y="1685925"/>
            <a:ext cx="5619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0">
                <a:solidFill>
                  <a:srgbClr val="F8F8F2"/>
                </a:solidFill>
                <a:latin typeface="Georgia"/>
                <a:ea typeface="Georgia"/>
                <a:cs typeface="Georgia"/>
              </a:defRPr>
            </a:defPPr>
            <a:lvl1pPr>
              <a:defRPr sz="4800" b="0">
                <a:solidFill>
                  <a:srgbClr val="F8F8F2"/>
                </a:solidFill>
                <a:latin typeface="Georgia"/>
                <a:ea typeface="Georgia"/>
                <a:cs typeface="Georgia"/>
              </a:defRPr>
            </a:lvl1pPr>
            <a:lvl2pPr>
              <a:defRPr sz="4800" b="0">
                <a:solidFill>
                  <a:srgbClr val="F8F8F2"/>
                </a:solidFill>
                <a:latin typeface="Georgia"/>
                <a:ea typeface="Georgia"/>
                <a:cs typeface="Georgia"/>
              </a:defRPr>
            </a:lvl2pPr>
            <a:lvl3pPr>
              <a:defRPr sz="4800" b="0">
                <a:solidFill>
                  <a:srgbClr val="F8F8F2"/>
                </a:solidFill>
                <a:latin typeface="Georgia"/>
                <a:ea typeface="Georgia"/>
                <a:cs typeface="Georgia"/>
              </a:defRPr>
            </a:lvl3pPr>
            <a:lvl4pPr>
              <a:defRPr sz="4800" b="0">
                <a:solidFill>
                  <a:srgbClr val="F8F8F2"/>
                </a:solidFill>
                <a:latin typeface="Georgia"/>
                <a:ea typeface="Georgia"/>
                <a:cs typeface="Georgia"/>
              </a:defRPr>
            </a:lvl4pPr>
            <a:lvl5pPr>
              <a:defRPr sz="4800" b="0">
                <a:solidFill>
                  <a:srgbClr val="F8F8F2"/>
                </a:solidFill>
                <a:latin typeface="Georgia"/>
                <a:ea typeface="Georgia"/>
                <a:cs typeface="Georgia"/>
              </a:defRPr>
            </a:lvl5pPr>
            <a:lvl6pPr>
              <a:defRPr sz="4800" b="0">
                <a:solidFill>
                  <a:srgbClr val="F8F8F2"/>
                </a:solidFill>
                <a:latin typeface="Georgia"/>
                <a:ea typeface="Georgia"/>
                <a:cs typeface="Georgia"/>
              </a:defRPr>
            </a:lvl6pPr>
            <a:lvl7pPr>
              <a:defRPr sz="4800" b="0">
                <a:solidFill>
                  <a:srgbClr val="F8F8F2"/>
                </a:solidFill>
                <a:latin typeface="Georgia"/>
                <a:ea typeface="Georgia"/>
                <a:cs typeface="Georgia"/>
              </a:defRPr>
            </a:lvl7pPr>
            <a:lvl8pPr>
              <a:defRPr sz="4800" b="0">
                <a:solidFill>
                  <a:srgbClr val="F8F8F2"/>
                </a:solidFill>
                <a:latin typeface="Georgia"/>
                <a:ea typeface="Georgia"/>
                <a:cs typeface="Georgia"/>
              </a:defRPr>
            </a:lvl8pPr>
            <a:lvl9pPr>
              <a:defRPr sz="4800" b="0">
                <a:solidFill>
                  <a:srgbClr val="F8F8F2"/>
                </a:solidFill>
                <a:latin typeface="Georgia"/>
                <a:ea typeface="Georgia"/>
                <a:cs typeface="Georgia"/>
              </a:defRPr>
            </a:lvl9pPr>
          </a:lstStyle>
          <a:p xmlns:a="http://schemas.openxmlformats.org/drawingml/2006/main">
            <a:pPr>
              <a:defRPr sz="4800" b="0">
                <a:solidFill>
                  <a:srgbClr val="F8F8F2"/>
                </a:solidFill>
                <a:latin typeface="Georgia"/>
                <a:ea typeface="Georgia"/>
                <a:cs typeface="Georgia"/>
              </a:defRPr>
            </a:pPr>
            <a:r>
              <a:rPr sz="4800" b="0">
                <a:solidFill>
                  <a:srgbClr val="F8F8F2"/>
                </a:solidFill>
                <a:latin typeface="Georgia"/>
                <a:ea typeface="Georgia"/>
                <a:cs typeface="Georgia"/>
              </a:rPr>
              <a:t>Геолокация</a:t>
            </a:r>
          </a:p>
          <a:p xmlns:a="http://schemas.openxmlformats.org/drawingml/2006/main">
            <a:pPr>
              <a:defRPr sz="4800" b="0">
                <a:solidFill>
                  <a:srgbClr val="F8F8F2"/>
                </a:solidFill>
                <a:latin typeface="Georgia"/>
                <a:ea typeface="Georgia"/>
                <a:cs typeface="Georgia"/>
              </a:defRPr>
            </a:pPr>
            <a:r>
              <a:rPr sz="4800" b="0">
                <a:solidFill>
                  <a:srgbClr val="F8F8F2"/>
                </a:solidFill>
                <a:latin typeface="Georgia"/>
                <a:ea typeface="Georgia"/>
                <a:cs typeface="Georgia"/>
              </a:rPr>
              <a:t>по выбору</a:t>
            </a:r>
          </a:p>
        </p:txBody>
      </p:sp>
      <p:sp>
        <p:nvSpPr>
          <p:cNvPr id="5" name="">
            <a:extLst xmlns:a="http://schemas.openxmlformats.org/drawingml/2006/main">
              <a:ext uri="{FF2B5EF4-FFF2-40B4-BE49-F238E27FC236}">
                <a16:creationId xmlns:a16="http://schemas.microsoft.com/office/drawing/2014/main" id="{71FF4ADD-7A52-4472-8222-9D451E3D1F07}"/>
              </a:ext>
            </a:extLst>
          </p:cNvPr>
          <p:cNvSpPr>
            <a:spLocks xmlns:a="http://schemas.openxmlformats.org/drawingml/2006/main" noGrp="1"/>
          </p:cNvSpPr>
          <p:nvPr/>
        </p:nvSpPr>
        <p:spPr>
          <a:xfrm xmlns:a="http://schemas.openxmlformats.org/drawingml/2006/main">
            <a:off x="733425" y="3810000"/>
            <a:ext cx="5391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D6E4D9"/>
                </a:solidFill>
                <a:latin typeface="Arial"/>
                <a:ea typeface="Arial"/>
                <a:cs typeface="Arial"/>
              </a:defRPr>
            </a:defPPr>
            <a:lvl1pPr>
              <a:defRPr sz="2175" b="0">
                <a:solidFill>
                  <a:srgbClr val="D6E4D9"/>
                </a:solidFill>
                <a:latin typeface="Arial"/>
                <a:ea typeface="Arial"/>
                <a:cs typeface="Arial"/>
              </a:defRPr>
            </a:lvl1pPr>
            <a:lvl2pPr>
              <a:defRPr sz="2175" b="0">
                <a:solidFill>
                  <a:srgbClr val="D6E4D9"/>
                </a:solidFill>
                <a:latin typeface="Arial"/>
                <a:ea typeface="Arial"/>
                <a:cs typeface="Arial"/>
              </a:defRPr>
            </a:lvl2pPr>
            <a:lvl3pPr>
              <a:defRPr sz="2175" b="0">
                <a:solidFill>
                  <a:srgbClr val="D6E4D9"/>
                </a:solidFill>
                <a:latin typeface="Arial"/>
                <a:ea typeface="Arial"/>
                <a:cs typeface="Arial"/>
              </a:defRPr>
            </a:lvl3pPr>
            <a:lvl4pPr>
              <a:defRPr sz="2175" b="0">
                <a:solidFill>
                  <a:srgbClr val="D6E4D9"/>
                </a:solidFill>
                <a:latin typeface="Arial"/>
                <a:ea typeface="Arial"/>
                <a:cs typeface="Arial"/>
              </a:defRPr>
            </a:lvl4pPr>
            <a:lvl5pPr>
              <a:defRPr sz="2175" b="0">
                <a:solidFill>
                  <a:srgbClr val="D6E4D9"/>
                </a:solidFill>
                <a:latin typeface="Arial"/>
                <a:ea typeface="Arial"/>
                <a:cs typeface="Arial"/>
              </a:defRPr>
            </a:lvl5pPr>
            <a:lvl6pPr>
              <a:defRPr sz="2175" b="0">
                <a:solidFill>
                  <a:srgbClr val="D6E4D9"/>
                </a:solidFill>
                <a:latin typeface="Arial"/>
                <a:ea typeface="Arial"/>
                <a:cs typeface="Arial"/>
              </a:defRPr>
            </a:lvl6pPr>
            <a:lvl7pPr>
              <a:defRPr sz="2175" b="0">
                <a:solidFill>
                  <a:srgbClr val="D6E4D9"/>
                </a:solidFill>
                <a:latin typeface="Arial"/>
                <a:ea typeface="Arial"/>
                <a:cs typeface="Arial"/>
              </a:defRPr>
            </a:lvl7pPr>
            <a:lvl8pPr>
              <a:defRPr sz="2175" b="0">
                <a:solidFill>
                  <a:srgbClr val="D6E4D9"/>
                </a:solidFill>
                <a:latin typeface="Arial"/>
                <a:ea typeface="Arial"/>
                <a:cs typeface="Arial"/>
              </a:defRPr>
            </a:lvl8pPr>
            <a:lvl9pPr>
              <a:defRPr sz="2175" b="0">
                <a:solidFill>
                  <a:srgbClr val="D6E4D9"/>
                </a:solidFill>
                <a:latin typeface="Arial"/>
                <a:ea typeface="Arial"/>
                <a:cs typeface="Arial"/>
              </a:defRPr>
            </a:lvl9pPr>
          </a:lstStyle>
          <a:p xmlns:a="http://schemas.openxmlformats.org/drawingml/2006/main">
            <a:pPr>
              <a:defRPr sz="2175" b="0">
                <a:solidFill>
                  <a:srgbClr val="D6E4D9"/>
                </a:solidFill>
                <a:latin typeface="Arial"/>
                <a:ea typeface="Arial"/>
                <a:cs typeface="Arial"/>
              </a:defRPr>
            </a:pPr>
            <a:r>
              <a:rPr sz="2175" b="0">
                <a:solidFill>
                  <a:srgbClr val="D6E4D9"/>
                </a:solidFill>
                <a:latin typeface="Arial"/>
                <a:ea typeface="Arial"/>
                <a:cs typeface="Arial"/>
              </a:rPr>
              <a:t>Можно выбрать район вручную</a:t>
            </a:r>
          </a:p>
        </p:txBody>
      </p:sp>
      <p:sp>
        <p:nvSpPr>
          <p:cNvPr id="6" name="">
            <a:extLst xmlns:a="http://schemas.openxmlformats.org/drawingml/2006/main">
              <a:ext uri="{FF2B5EF4-FFF2-40B4-BE49-F238E27FC236}">
                <a16:creationId xmlns:a16="http://schemas.microsoft.com/office/drawing/2014/main" id="{3FF195B6-F549-4721-83E4-3203633C5E2F}"/>
              </a:ext>
            </a:extLst>
          </p:cNvPr>
          <p:cNvSpPr>
            <a:spLocks xmlns:a="http://schemas.openxmlformats.org/drawingml/2006/main" noGrp="1"/>
          </p:cNvSpPr>
          <p:nvPr/>
        </p:nvSpPr>
        <p:spPr>
          <a:xfrm xmlns:a="http://schemas.openxmlformats.org/drawingml/2006/main">
            <a:off x="6791325" y="1743075"/>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8F8F2"/>
                </a:solidFill>
                <a:latin typeface="Arial"/>
                <a:ea typeface="Arial"/>
                <a:cs typeface="Arial"/>
              </a:defRPr>
            </a:defPPr>
            <a:lvl1pPr>
              <a:defRPr sz="2175" b="0">
                <a:solidFill>
                  <a:srgbClr val="F8F8F2"/>
                </a:solidFill>
                <a:latin typeface="Arial"/>
                <a:ea typeface="Arial"/>
                <a:cs typeface="Arial"/>
              </a:defRPr>
            </a:lvl1pPr>
            <a:lvl2pPr>
              <a:defRPr sz="2175" b="0">
                <a:solidFill>
                  <a:srgbClr val="F8F8F2"/>
                </a:solidFill>
                <a:latin typeface="Arial"/>
                <a:ea typeface="Arial"/>
                <a:cs typeface="Arial"/>
              </a:defRPr>
            </a:lvl2pPr>
            <a:lvl3pPr>
              <a:defRPr sz="2175" b="0">
                <a:solidFill>
                  <a:srgbClr val="F8F8F2"/>
                </a:solidFill>
                <a:latin typeface="Arial"/>
                <a:ea typeface="Arial"/>
                <a:cs typeface="Arial"/>
              </a:defRPr>
            </a:lvl3pPr>
            <a:lvl4pPr>
              <a:defRPr sz="2175" b="0">
                <a:solidFill>
                  <a:srgbClr val="F8F8F2"/>
                </a:solidFill>
                <a:latin typeface="Arial"/>
                <a:ea typeface="Arial"/>
                <a:cs typeface="Arial"/>
              </a:defRPr>
            </a:lvl4pPr>
            <a:lvl5pPr>
              <a:defRPr sz="2175" b="0">
                <a:solidFill>
                  <a:srgbClr val="F8F8F2"/>
                </a:solidFill>
                <a:latin typeface="Arial"/>
                <a:ea typeface="Arial"/>
                <a:cs typeface="Arial"/>
              </a:defRPr>
            </a:lvl5pPr>
            <a:lvl6pPr>
              <a:defRPr sz="2175" b="0">
                <a:solidFill>
                  <a:srgbClr val="F8F8F2"/>
                </a:solidFill>
                <a:latin typeface="Arial"/>
                <a:ea typeface="Arial"/>
                <a:cs typeface="Arial"/>
              </a:defRPr>
            </a:lvl6pPr>
            <a:lvl7pPr>
              <a:defRPr sz="2175" b="0">
                <a:solidFill>
                  <a:srgbClr val="F8F8F2"/>
                </a:solidFill>
                <a:latin typeface="Arial"/>
                <a:ea typeface="Arial"/>
                <a:cs typeface="Arial"/>
              </a:defRPr>
            </a:lvl7pPr>
            <a:lvl8pPr>
              <a:defRPr sz="2175" b="0">
                <a:solidFill>
                  <a:srgbClr val="F8F8F2"/>
                </a:solidFill>
                <a:latin typeface="Arial"/>
                <a:ea typeface="Arial"/>
                <a:cs typeface="Arial"/>
              </a:defRPr>
            </a:lvl8pPr>
            <a:lvl9pPr>
              <a:defRPr sz="2175" b="0">
                <a:solidFill>
                  <a:srgbClr val="F8F8F2"/>
                </a:solidFill>
                <a:latin typeface="Arial"/>
                <a:ea typeface="Arial"/>
                <a:cs typeface="Arial"/>
              </a:defRPr>
            </a:lvl9pPr>
          </a:lstStyle>
          <a:p xmlns:a="http://schemas.openxmlformats.org/drawingml/2006/main">
            <a:pPr>
              <a:defRPr sz="2175" b="0">
                <a:solidFill>
                  <a:srgbClr val="F8F8F2"/>
                </a:solidFill>
                <a:latin typeface="Arial"/>
                <a:ea typeface="Arial"/>
                <a:cs typeface="Arial"/>
              </a:defRPr>
            </a:pPr>
            <a:r>
              <a:rPr sz="2175" b="0">
                <a:solidFill>
                  <a:srgbClr val="F8F8F2"/>
                </a:solidFill>
                <a:latin typeface="Arial"/>
                <a:ea typeface="Arial"/>
                <a:cs typeface="Arial"/>
              </a:rPr>
              <a:t>Координаты не сохраняются</a:t>
            </a:r>
          </a:p>
          <a:p xmlns:a="http://schemas.openxmlformats.org/drawingml/2006/main">
            <a:pPr>
              <a:defRPr sz="2175" b="0">
                <a:solidFill>
                  <a:srgbClr val="F8F8F2"/>
                </a:solidFill>
                <a:latin typeface="Arial"/>
                <a:ea typeface="Arial"/>
                <a:cs typeface="Arial"/>
              </a:defRPr>
            </a:pPr>
            <a:r>
              <a:rPr sz="2175" b="0">
                <a:solidFill>
                  <a:srgbClr val="F8F8F2"/>
                </a:solidFill>
                <a:latin typeface="Arial"/>
                <a:ea typeface="Arial"/>
                <a:cs typeface="Arial"/>
              </a:rPr>
              <a:t>в истории приложения</a:t>
            </a:r>
          </a:p>
        </p:txBody>
      </p:sp>
      <p:sp>
        <p:nvSpPr>
          <p:cNvPr id="7" name="">
            <a:extLst xmlns:a="http://schemas.openxmlformats.org/drawingml/2006/main">
              <a:ext uri="{FF2B5EF4-FFF2-40B4-BE49-F238E27FC236}">
                <a16:creationId xmlns:a16="http://schemas.microsoft.com/office/drawing/2014/main" id="{01927EA3-6A0C-4C61-A42F-32A48736696A}"/>
              </a:ext>
            </a:extLst>
          </p:cNvPr>
          <p:cNvSpPr>
            <a:spLocks xmlns:a="http://schemas.openxmlformats.org/drawingml/2006/main" noGrp="1"/>
          </p:cNvSpPr>
          <p:nvPr/>
        </p:nvSpPr>
        <p:spPr>
          <a:xfrm xmlns:a="http://schemas.openxmlformats.org/drawingml/2006/main">
            <a:off x="6791325" y="30670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8F8F2"/>
                </a:solidFill>
                <a:latin typeface="Arial"/>
                <a:ea typeface="Arial"/>
                <a:cs typeface="Arial"/>
              </a:defRPr>
            </a:defPPr>
            <a:lvl1pPr>
              <a:defRPr sz="2175" b="0">
                <a:solidFill>
                  <a:srgbClr val="F8F8F2"/>
                </a:solidFill>
                <a:latin typeface="Arial"/>
                <a:ea typeface="Arial"/>
                <a:cs typeface="Arial"/>
              </a:defRPr>
            </a:lvl1pPr>
            <a:lvl2pPr>
              <a:defRPr sz="2175" b="0">
                <a:solidFill>
                  <a:srgbClr val="F8F8F2"/>
                </a:solidFill>
                <a:latin typeface="Arial"/>
                <a:ea typeface="Arial"/>
                <a:cs typeface="Arial"/>
              </a:defRPr>
            </a:lvl2pPr>
            <a:lvl3pPr>
              <a:defRPr sz="2175" b="0">
                <a:solidFill>
                  <a:srgbClr val="F8F8F2"/>
                </a:solidFill>
                <a:latin typeface="Arial"/>
                <a:ea typeface="Arial"/>
                <a:cs typeface="Arial"/>
              </a:defRPr>
            </a:lvl3pPr>
            <a:lvl4pPr>
              <a:defRPr sz="2175" b="0">
                <a:solidFill>
                  <a:srgbClr val="F8F8F2"/>
                </a:solidFill>
                <a:latin typeface="Arial"/>
                <a:ea typeface="Arial"/>
                <a:cs typeface="Arial"/>
              </a:defRPr>
            </a:lvl4pPr>
            <a:lvl5pPr>
              <a:defRPr sz="2175" b="0">
                <a:solidFill>
                  <a:srgbClr val="F8F8F2"/>
                </a:solidFill>
                <a:latin typeface="Arial"/>
                <a:ea typeface="Arial"/>
                <a:cs typeface="Arial"/>
              </a:defRPr>
            </a:lvl5pPr>
            <a:lvl6pPr>
              <a:defRPr sz="2175" b="0">
                <a:solidFill>
                  <a:srgbClr val="F8F8F2"/>
                </a:solidFill>
                <a:latin typeface="Arial"/>
                <a:ea typeface="Arial"/>
                <a:cs typeface="Arial"/>
              </a:defRPr>
            </a:lvl6pPr>
            <a:lvl7pPr>
              <a:defRPr sz="2175" b="0">
                <a:solidFill>
                  <a:srgbClr val="F8F8F2"/>
                </a:solidFill>
                <a:latin typeface="Arial"/>
                <a:ea typeface="Arial"/>
                <a:cs typeface="Arial"/>
              </a:defRPr>
            </a:lvl7pPr>
            <a:lvl8pPr>
              <a:defRPr sz="2175" b="0">
                <a:solidFill>
                  <a:srgbClr val="F8F8F2"/>
                </a:solidFill>
                <a:latin typeface="Arial"/>
                <a:ea typeface="Arial"/>
                <a:cs typeface="Arial"/>
              </a:defRPr>
            </a:lvl8pPr>
            <a:lvl9pPr>
              <a:defRPr sz="2175" b="0">
                <a:solidFill>
                  <a:srgbClr val="F8F8F2"/>
                </a:solidFill>
                <a:latin typeface="Arial"/>
                <a:ea typeface="Arial"/>
                <a:cs typeface="Arial"/>
              </a:defRPr>
            </a:lvl9pPr>
          </a:lstStyle>
          <a:p xmlns:a="http://schemas.openxmlformats.org/drawingml/2006/main">
            <a:pPr>
              <a:defRPr sz="2175" b="0">
                <a:solidFill>
                  <a:srgbClr val="F8F8F2"/>
                </a:solidFill>
                <a:latin typeface="Arial"/>
                <a:ea typeface="Arial"/>
                <a:cs typeface="Arial"/>
              </a:defRPr>
            </a:pPr>
            <a:r>
              <a:rPr sz="2175" b="0">
                <a:solidFill>
                  <a:srgbClr val="F8F8F2"/>
                </a:solidFill>
                <a:latin typeface="Arial"/>
                <a:ea typeface="Arial"/>
                <a:cs typeface="Arial"/>
              </a:rPr>
              <a:t>Избранное хранит только ID</a:t>
            </a:r>
          </a:p>
          <a:p xmlns:a="http://schemas.openxmlformats.org/drawingml/2006/main">
            <a:pPr>
              <a:defRPr sz="2175" b="0">
                <a:solidFill>
                  <a:srgbClr val="F8F8F2"/>
                </a:solidFill>
                <a:latin typeface="Arial"/>
                <a:ea typeface="Arial"/>
                <a:cs typeface="Arial"/>
              </a:defRPr>
            </a:pPr>
            <a:r>
              <a:rPr sz="2175" b="0">
                <a:solidFill>
                  <a:srgbClr val="F8F8F2"/>
                </a:solidFill>
                <a:latin typeface="Arial"/>
                <a:ea typeface="Arial"/>
                <a:cs typeface="Arial"/>
              </a:rPr>
              <a:t>мест в браузере</a:t>
            </a:r>
          </a:p>
        </p:txBody>
      </p:sp>
      <p:sp>
        <p:nvSpPr>
          <p:cNvPr id="8" name="">
            <a:extLst xmlns:a="http://schemas.openxmlformats.org/drawingml/2006/main">
              <a:ext uri="{FF2B5EF4-FFF2-40B4-BE49-F238E27FC236}">
                <a16:creationId xmlns:a16="http://schemas.microsoft.com/office/drawing/2014/main" id="{97BA869B-E354-4010-8904-93D17A77012B}"/>
              </a:ext>
            </a:extLst>
          </p:cNvPr>
          <p:cNvSpPr>
            <a:spLocks xmlns:a="http://schemas.openxmlformats.org/drawingml/2006/main" noGrp="1"/>
          </p:cNvSpPr>
          <p:nvPr/>
        </p:nvSpPr>
        <p:spPr>
          <a:xfrm xmlns:a="http://schemas.openxmlformats.org/drawingml/2006/main">
            <a:off x="6791325" y="4391025"/>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8F8F2"/>
                </a:solidFill>
                <a:latin typeface="Arial"/>
                <a:ea typeface="Arial"/>
                <a:cs typeface="Arial"/>
              </a:defRPr>
            </a:defPPr>
            <a:lvl1pPr>
              <a:defRPr sz="2175" b="0">
                <a:solidFill>
                  <a:srgbClr val="F8F8F2"/>
                </a:solidFill>
                <a:latin typeface="Arial"/>
                <a:ea typeface="Arial"/>
                <a:cs typeface="Arial"/>
              </a:defRPr>
            </a:lvl1pPr>
            <a:lvl2pPr>
              <a:defRPr sz="2175" b="0">
                <a:solidFill>
                  <a:srgbClr val="F8F8F2"/>
                </a:solidFill>
                <a:latin typeface="Arial"/>
                <a:ea typeface="Arial"/>
                <a:cs typeface="Arial"/>
              </a:defRPr>
            </a:lvl2pPr>
            <a:lvl3pPr>
              <a:defRPr sz="2175" b="0">
                <a:solidFill>
                  <a:srgbClr val="F8F8F2"/>
                </a:solidFill>
                <a:latin typeface="Arial"/>
                <a:ea typeface="Arial"/>
                <a:cs typeface="Arial"/>
              </a:defRPr>
            </a:lvl3pPr>
            <a:lvl4pPr>
              <a:defRPr sz="2175" b="0">
                <a:solidFill>
                  <a:srgbClr val="F8F8F2"/>
                </a:solidFill>
                <a:latin typeface="Arial"/>
                <a:ea typeface="Arial"/>
                <a:cs typeface="Arial"/>
              </a:defRPr>
            </a:lvl4pPr>
            <a:lvl5pPr>
              <a:defRPr sz="2175" b="0">
                <a:solidFill>
                  <a:srgbClr val="F8F8F2"/>
                </a:solidFill>
                <a:latin typeface="Arial"/>
                <a:ea typeface="Arial"/>
                <a:cs typeface="Arial"/>
              </a:defRPr>
            </a:lvl5pPr>
            <a:lvl6pPr>
              <a:defRPr sz="2175" b="0">
                <a:solidFill>
                  <a:srgbClr val="F8F8F2"/>
                </a:solidFill>
                <a:latin typeface="Arial"/>
                <a:ea typeface="Arial"/>
                <a:cs typeface="Arial"/>
              </a:defRPr>
            </a:lvl6pPr>
            <a:lvl7pPr>
              <a:defRPr sz="2175" b="0">
                <a:solidFill>
                  <a:srgbClr val="F8F8F2"/>
                </a:solidFill>
                <a:latin typeface="Arial"/>
                <a:ea typeface="Arial"/>
                <a:cs typeface="Arial"/>
              </a:defRPr>
            </a:lvl7pPr>
            <a:lvl8pPr>
              <a:defRPr sz="2175" b="0">
                <a:solidFill>
                  <a:srgbClr val="F8F8F2"/>
                </a:solidFill>
                <a:latin typeface="Arial"/>
                <a:ea typeface="Arial"/>
                <a:cs typeface="Arial"/>
              </a:defRPr>
            </a:lvl8pPr>
            <a:lvl9pPr>
              <a:defRPr sz="2175" b="0">
                <a:solidFill>
                  <a:srgbClr val="F8F8F2"/>
                </a:solidFill>
                <a:latin typeface="Arial"/>
                <a:ea typeface="Arial"/>
                <a:cs typeface="Arial"/>
              </a:defRPr>
            </a:lvl9pPr>
          </a:lstStyle>
          <a:p xmlns:a="http://schemas.openxmlformats.org/drawingml/2006/main">
            <a:pPr>
              <a:defRPr sz="2175" b="0">
                <a:solidFill>
                  <a:srgbClr val="F8F8F2"/>
                </a:solidFill>
                <a:latin typeface="Arial"/>
                <a:ea typeface="Arial"/>
                <a:cs typeface="Arial"/>
              </a:defRPr>
            </a:pPr>
            <a:r>
              <a:rPr sz="2175" b="0">
                <a:solidFill>
                  <a:srgbClr val="F8F8F2"/>
                </a:solidFill>
                <a:latin typeface="Arial"/>
                <a:ea typeface="Arial"/>
                <a:cs typeface="Arial"/>
              </a:rPr>
              <a:t>Мороз и сильный ветер</a:t>
            </a:r>
          </a:p>
          <a:p xmlns:a="http://schemas.openxmlformats.org/drawingml/2006/main">
            <a:pPr>
              <a:defRPr sz="2175" b="0">
                <a:solidFill>
                  <a:srgbClr val="F8F8F2"/>
                </a:solidFill>
                <a:latin typeface="Arial"/>
                <a:ea typeface="Arial"/>
                <a:cs typeface="Arial"/>
              </a:defRPr>
            </a:pPr>
            <a:r>
              <a:rPr sz="2175" b="0">
                <a:solidFill>
                  <a:srgbClr val="F8F8F2"/>
                </a:solidFill>
                <a:latin typeface="Arial"/>
                <a:ea typeface="Arial"/>
                <a:cs typeface="Arial"/>
              </a:rPr>
              <a:t>ограничивают открытые места</a:t>
            </a:r>
          </a:p>
        </p:txBody>
      </p:sp>
      <p:sp>
        <p:nvSpPr>
          <p:cNvPr id="9" name="">
            <a:extLst xmlns:a="http://schemas.openxmlformats.org/drawingml/2006/main">
              <a:ext uri="{FF2B5EF4-FFF2-40B4-BE49-F238E27FC236}">
                <a16:creationId xmlns:a16="http://schemas.microsoft.com/office/drawing/2014/main" id="{D865E7FD-C7B9-4F40-A518-0FD08FF4608D}"/>
              </a:ext>
            </a:extLst>
          </p:cNvPr>
          <p:cNvSpPr>
            <a:spLocks xmlns:a="http://schemas.openxmlformats.org/drawingml/2006/main" noGrp="1"/>
          </p:cNvSpPr>
          <p:nvPr/>
        </p:nvSpPr>
        <p:spPr>
          <a:xfrm xmlns:a="http://schemas.openxmlformats.org/drawingml/2006/main">
            <a:off x="733425" y="5810250"/>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6E4D9"/>
                </a:solidFill>
                <a:latin typeface="Arial"/>
                <a:ea typeface="Arial"/>
                <a:cs typeface="Arial"/>
              </a:defRPr>
            </a:defPPr>
            <a:lvl1pPr>
              <a:defRPr sz="1575" b="0">
                <a:solidFill>
                  <a:srgbClr val="D6E4D9"/>
                </a:solidFill>
                <a:latin typeface="Arial"/>
                <a:ea typeface="Arial"/>
                <a:cs typeface="Arial"/>
              </a:defRPr>
            </a:lvl1pPr>
            <a:lvl2pPr>
              <a:defRPr sz="1575" b="0">
                <a:solidFill>
                  <a:srgbClr val="D6E4D9"/>
                </a:solidFill>
                <a:latin typeface="Arial"/>
                <a:ea typeface="Arial"/>
                <a:cs typeface="Arial"/>
              </a:defRPr>
            </a:lvl2pPr>
            <a:lvl3pPr>
              <a:defRPr sz="1575" b="0">
                <a:solidFill>
                  <a:srgbClr val="D6E4D9"/>
                </a:solidFill>
                <a:latin typeface="Arial"/>
                <a:ea typeface="Arial"/>
                <a:cs typeface="Arial"/>
              </a:defRPr>
            </a:lvl3pPr>
            <a:lvl4pPr>
              <a:defRPr sz="1575" b="0">
                <a:solidFill>
                  <a:srgbClr val="D6E4D9"/>
                </a:solidFill>
                <a:latin typeface="Arial"/>
                <a:ea typeface="Arial"/>
                <a:cs typeface="Arial"/>
              </a:defRPr>
            </a:lvl4pPr>
            <a:lvl5pPr>
              <a:defRPr sz="1575" b="0">
                <a:solidFill>
                  <a:srgbClr val="D6E4D9"/>
                </a:solidFill>
                <a:latin typeface="Arial"/>
                <a:ea typeface="Arial"/>
                <a:cs typeface="Arial"/>
              </a:defRPr>
            </a:lvl5pPr>
            <a:lvl6pPr>
              <a:defRPr sz="1575" b="0">
                <a:solidFill>
                  <a:srgbClr val="D6E4D9"/>
                </a:solidFill>
                <a:latin typeface="Arial"/>
                <a:ea typeface="Arial"/>
                <a:cs typeface="Arial"/>
              </a:defRPr>
            </a:lvl6pPr>
            <a:lvl7pPr>
              <a:defRPr sz="1575" b="0">
                <a:solidFill>
                  <a:srgbClr val="D6E4D9"/>
                </a:solidFill>
                <a:latin typeface="Arial"/>
                <a:ea typeface="Arial"/>
                <a:cs typeface="Arial"/>
              </a:defRPr>
            </a:lvl7pPr>
            <a:lvl8pPr>
              <a:defRPr sz="1575" b="0">
                <a:solidFill>
                  <a:srgbClr val="D6E4D9"/>
                </a:solidFill>
                <a:latin typeface="Arial"/>
                <a:ea typeface="Arial"/>
                <a:cs typeface="Arial"/>
              </a:defRPr>
            </a:lvl8pPr>
            <a:lvl9pPr>
              <a:defRPr sz="1575" b="0">
                <a:solidFill>
                  <a:srgbClr val="D6E4D9"/>
                </a:solidFill>
                <a:latin typeface="Arial"/>
                <a:ea typeface="Arial"/>
                <a:cs typeface="Arial"/>
              </a:defRPr>
            </a:lvl9pPr>
          </a:lstStyle>
          <a:p xmlns:a="http://schemas.openxmlformats.org/drawingml/2006/main">
            <a:pPr>
              <a:defRPr sz="1575" b="0">
                <a:solidFill>
                  <a:srgbClr val="D6E4D9"/>
                </a:solidFill>
                <a:latin typeface="Arial"/>
                <a:ea typeface="Arial"/>
                <a:cs typeface="Arial"/>
              </a:defRPr>
            </a:pPr>
            <a:r>
              <a:rPr sz="1575" b="0">
                <a:solidFill>
                  <a:srgbClr val="D6E4D9"/>
                </a:solidFill>
                <a:latin typeface="Arial"/>
                <a:ea typeface="Arial"/>
                <a:cs typeface="Arial"/>
              </a:rPr>
              <a:t>Подсказка не гарантирует безопасность пути и доступность входа</a:t>
            </a:r>
          </a:p>
        </p:txBody>
      </p:sp>
    </p:spTree>
    <p:extLst>
      <p:ext uri="{BB962C8B-B14F-4D97-AF65-F5344CB8AC3E}">
        <p14:creationId xmlns:p14="http://schemas.microsoft.com/office/powerpoint/2010/main" val="964004095"/>
      </p:ext>
    </p:extLst>
  </p:cSld>
</p:sld>
</file>

<file path=ppt/slides/slide7.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EB96887-A087-4410-94EA-7FD40EA4312B}"/>
              </a:ext>
            </a:extLst>
          </p:cNvPr>
          <p:cNvSpPr>
            <a:spLocks xmlns:a="http://schemas.openxmlformats.org/drawingml/2006/main" noGrp="1"/>
          </p:cNvSpPr>
          <p:nvPr/>
        </p:nvSpPr>
        <p:spPr>
          <a:xfrm xmlns:a="http://schemas.openxmlformats.org/drawingml/2006/main">
            <a:off x="685800" y="5334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3B32"/>
                </a:solidFill>
                <a:latin typeface="Georgia"/>
                <a:ea typeface="Georgia"/>
                <a:cs typeface="Georgia"/>
              </a:defRPr>
            </a:defPPr>
            <a:lvl1pPr>
              <a:defRPr sz="3300" b="0">
                <a:solidFill>
                  <a:srgbClr val="243B32"/>
                </a:solidFill>
                <a:latin typeface="Georgia"/>
                <a:ea typeface="Georgia"/>
                <a:cs typeface="Georgia"/>
              </a:defRPr>
            </a:lvl1pPr>
            <a:lvl2pPr>
              <a:defRPr sz="3300" b="0">
                <a:solidFill>
                  <a:srgbClr val="243B32"/>
                </a:solidFill>
                <a:latin typeface="Georgia"/>
                <a:ea typeface="Georgia"/>
                <a:cs typeface="Georgia"/>
              </a:defRPr>
            </a:lvl2pPr>
            <a:lvl3pPr>
              <a:defRPr sz="3300" b="0">
                <a:solidFill>
                  <a:srgbClr val="243B32"/>
                </a:solidFill>
                <a:latin typeface="Georgia"/>
                <a:ea typeface="Georgia"/>
                <a:cs typeface="Georgia"/>
              </a:defRPr>
            </a:lvl3pPr>
            <a:lvl4pPr>
              <a:defRPr sz="3300" b="0">
                <a:solidFill>
                  <a:srgbClr val="243B32"/>
                </a:solidFill>
                <a:latin typeface="Georgia"/>
                <a:ea typeface="Georgia"/>
                <a:cs typeface="Georgia"/>
              </a:defRPr>
            </a:lvl4pPr>
            <a:lvl5pPr>
              <a:defRPr sz="3300" b="0">
                <a:solidFill>
                  <a:srgbClr val="243B32"/>
                </a:solidFill>
                <a:latin typeface="Georgia"/>
                <a:ea typeface="Georgia"/>
                <a:cs typeface="Georgia"/>
              </a:defRPr>
            </a:lvl5pPr>
            <a:lvl6pPr>
              <a:defRPr sz="3300" b="0">
                <a:solidFill>
                  <a:srgbClr val="243B32"/>
                </a:solidFill>
                <a:latin typeface="Georgia"/>
                <a:ea typeface="Georgia"/>
                <a:cs typeface="Georgia"/>
              </a:defRPr>
            </a:lvl6pPr>
            <a:lvl7pPr>
              <a:defRPr sz="3300" b="0">
                <a:solidFill>
                  <a:srgbClr val="243B32"/>
                </a:solidFill>
                <a:latin typeface="Georgia"/>
                <a:ea typeface="Georgia"/>
                <a:cs typeface="Georgia"/>
              </a:defRPr>
            </a:lvl7pPr>
            <a:lvl8pPr>
              <a:defRPr sz="3300" b="0">
                <a:solidFill>
                  <a:srgbClr val="243B32"/>
                </a:solidFill>
                <a:latin typeface="Georgia"/>
                <a:ea typeface="Georgia"/>
                <a:cs typeface="Georgia"/>
              </a:defRPr>
            </a:lvl8pPr>
            <a:lvl9pPr>
              <a:defRPr sz="3300" b="0">
                <a:solidFill>
                  <a:srgbClr val="243B32"/>
                </a:solidFill>
                <a:latin typeface="Georgia"/>
                <a:ea typeface="Georgia"/>
                <a:cs typeface="Georgia"/>
              </a:defRPr>
            </a:lvl9pPr>
          </a:lstStyle>
          <a:p xmlns:a="http://schemas.openxmlformats.org/drawingml/2006/main">
            <a:pPr>
              <a:defRPr sz="3300" b="0">
                <a:solidFill>
                  <a:srgbClr val="243B32"/>
                </a:solidFill>
                <a:latin typeface="Georgia"/>
                <a:ea typeface="Georgia"/>
                <a:cs typeface="Georgia"/>
              </a:defRPr>
            </a:pPr>
            <a:r>
              <a:rPr sz="3300" b="0">
                <a:solidFill>
                  <a:srgbClr val="243B32"/>
                </a:solidFill>
                <a:latin typeface="Georgia"/>
                <a:ea typeface="Georgia"/>
                <a:cs typeface="Georgia"/>
              </a:rPr>
              <a:t>Проверка прототипа</a:t>
            </a:r>
          </a:p>
        </p:txBody>
      </p:sp>
      <p:sp>
        <p:nvSpPr>
          <p:cNvPr id="2" name="">
            <a:extLst xmlns:a="http://schemas.openxmlformats.org/drawingml/2006/main">
              <a:ext uri="{FF2B5EF4-FFF2-40B4-BE49-F238E27FC236}">
                <a16:creationId xmlns:a16="http://schemas.microsoft.com/office/drawing/2014/main" id="{33DDF97F-7B9E-4983-BC60-08FCFE800CFF}"/>
              </a:ext>
            </a:extLst>
          </p:cNvPr>
          <p:cNvSpPr>
            <a:spLocks xmlns:a="http://schemas.openxmlformats.org/drawingml/2006/main" noGrp="1"/>
          </p:cNvSpPr>
          <p:nvPr/>
        </p:nvSpPr>
        <p:spPr>
          <a:xfrm xmlns:a="http://schemas.openxmlformats.org/drawingml/2006/main">
            <a:off x="685800" y="63341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74F3B"/>
                </a:solidFill>
                <a:latin typeface="Georgia"/>
                <a:ea typeface="Georgia"/>
                <a:cs typeface="Georgia"/>
              </a:defRPr>
            </a:defPPr>
            <a:lvl1pPr>
              <a:defRPr sz="1650" b="1">
                <a:solidFill>
                  <a:srgbClr val="174F3B"/>
                </a:solidFill>
                <a:latin typeface="Georgia"/>
                <a:ea typeface="Georgia"/>
                <a:cs typeface="Georgia"/>
              </a:defRPr>
            </a:lvl1pPr>
            <a:lvl2pPr>
              <a:defRPr sz="1650" b="1">
                <a:solidFill>
                  <a:srgbClr val="174F3B"/>
                </a:solidFill>
                <a:latin typeface="Georgia"/>
                <a:ea typeface="Georgia"/>
                <a:cs typeface="Georgia"/>
              </a:defRPr>
            </a:lvl2pPr>
            <a:lvl3pPr>
              <a:defRPr sz="1650" b="1">
                <a:solidFill>
                  <a:srgbClr val="174F3B"/>
                </a:solidFill>
                <a:latin typeface="Georgia"/>
                <a:ea typeface="Georgia"/>
                <a:cs typeface="Georgia"/>
              </a:defRPr>
            </a:lvl3pPr>
            <a:lvl4pPr>
              <a:defRPr sz="1650" b="1">
                <a:solidFill>
                  <a:srgbClr val="174F3B"/>
                </a:solidFill>
                <a:latin typeface="Georgia"/>
                <a:ea typeface="Georgia"/>
                <a:cs typeface="Georgia"/>
              </a:defRPr>
            </a:lvl4pPr>
            <a:lvl5pPr>
              <a:defRPr sz="1650" b="1">
                <a:solidFill>
                  <a:srgbClr val="174F3B"/>
                </a:solidFill>
                <a:latin typeface="Georgia"/>
                <a:ea typeface="Georgia"/>
                <a:cs typeface="Georgia"/>
              </a:defRPr>
            </a:lvl5pPr>
            <a:lvl6pPr>
              <a:defRPr sz="1650" b="1">
                <a:solidFill>
                  <a:srgbClr val="174F3B"/>
                </a:solidFill>
                <a:latin typeface="Georgia"/>
                <a:ea typeface="Georgia"/>
                <a:cs typeface="Georgia"/>
              </a:defRPr>
            </a:lvl6pPr>
            <a:lvl7pPr>
              <a:defRPr sz="1650" b="1">
                <a:solidFill>
                  <a:srgbClr val="174F3B"/>
                </a:solidFill>
                <a:latin typeface="Georgia"/>
                <a:ea typeface="Georgia"/>
                <a:cs typeface="Georgia"/>
              </a:defRPr>
            </a:lvl7pPr>
            <a:lvl8pPr>
              <a:defRPr sz="1650" b="1">
                <a:solidFill>
                  <a:srgbClr val="174F3B"/>
                </a:solidFill>
                <a:latin typeface="Georgia"/>
                <a:ea typeface="Georgia"/>
                <a:cs typeface="Georgia"/>
              </a:defRPr>
            </a:lvl8pPr>
            <a:lvl9pPr>
              <a:defRPr sz="1650" b="1">
                <a:solidFill>
                  <a:srgbClr val="174F3B"/>
                </a:solidFill>
                <a:latin typeface="Georgia"/>
                <a:ea typeface="Georgia"/>
                <a:cs typeface="Georgia"/>
              </a:defRPr>
            </a:lvl9pPr>
          </a:lstStyle>
          <a:p xmlns:a="http://schemas.openxmlformats.org/drawingml/2006/main">
            <a:pPr>
              <a:defRPr sz="1650" b="1">
                <a:solidFill>
                  <a:srgbClr val="174F3B"/>
                </a:solidFill>
                <a:latin typeface="Georgia"/>
                <a:ea typeface="Georgia"/>
                <a:cs typeface="Georgia"/>
              </a:defRPr>
            </a:pPr>
            <a:r>
              <a:rPr sz="1650" b="1">
                <a:solidFill>
                  <a:srgbClr val="174F3B"/>
                </a:solidFill>
                <a:latin typeface="Georgia"/>
                <a:ea typeface="Georgia"/>
                <a:cs typeface="Georgia"/>
              </a:rPr>
              <a:t>qadam</a:t>
            </a:r>
          </a:p>
        </p:txBody>
      </p:sp>
      <p:sp>
        <p:nvSpPr>
          <p:cNvPr id="3" name="">
            <a:extLst xmlns:a="http://schemas.openxmlformats.org/drawingml/2006/main">
              <a:ext uri="{FF2B5EF4-FFF2-40B4-BE49-F238E27FC236}">
                <a16:creationId xmlns:a16="http://schemas.microsoft.com/office/drawing/2014/main" id="{A7F26630-4A30-441A-B973-AEA0CF7A1639}"/>
              </a:ext>
            </a:extLst>
          </p:cNvPr>
          <p:cNvSpPr>
            <a:spLocks xmlns:a="http://schemas.openxmlformats.org/drawingml/2006/main" noGrp="1"/>
          </p:cNvSpPr>
          <p:nvPr/>
        </p:nvSpPr>
        <p:spPr>
          <a:xfrm xmlns:a="http://schemas.openxmlformats.org/drawingml/2006/main">
            <a:off x="110490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269"/>
                </a:solidFill>
                <a:latin typeface="Arial"/>
                <a:ea typeface="Arial"/>
                <a:cs typeface="Arial"/>
              </a:defRPr>
            </a:defPPr>
            <a:lvl1pPr>
              <a:defRPr sz="1350" b="0">
                <a:solidFill>
                  <a:srgbClr val="607269"/>
                </a:solidFill>
                <a:latin typeface="Arial"/>
                <a:ea typeface="Arial"/>
                <a:cs typeface="Arial"/>
              </a:defRPr>
            </a:lvl1pPr>
            <a:lvl2pPr>
              <a:defRPr sz="1350" b="0">
                <a:solidFill>
                  <a:srgbClr val="607269"/>
                </a:solidFill>
                <a:latin typeface="Arial"/>
                <a:ea typeface="Arial"/>
                <a:cs typeface="Arial"/>
              </a:defRPr>
            </a:lvl2pPr>
            <a:lvl3pPr>
              <a:defRPr sz="1350" b="0">
                <a:solidFill>
                  <a:srgbClr val="607269"/>
                </a:solidFill>
                <a:latin typeface="Arial"/>
                <a:ea typeface="Arial"/>
                <a:cs typeface="Arial"/>
              </a:defRPr>
            </a:lvl3pPr>
            <a:lvl4pPr>
              <a:defRPr sz="1350" b="0">
                <a:solidFill>
                  <a:srgbClr val="607269"/>
                </a:solidFill>
                <a:latin typeface="Arial"/>
                <a:ea typeface="Arial"/>
                <a:cs typeface="Arial"/>
              </a:defRPr>
            </a:lvl4pPr>
            <a:lvl5pPr>
              <a:defRPr sz="1350" b="0">
                <a:solidFill>
                  <a:srgbClr val="607269"/>
                </a:solidFill>
                <a:latin typeface="Arial"/>
                <a:ea typeface="Arial"/>
                <a:cs typeface="Arial"/>
              </a:defRPr>
            </a:lvl5pPr>
            <a:lvl6pPr>
              <a:defRPr sz="1350" b="0">
                <a:solidFill>
                  <a:srgbClr val="607269"/>
                </a:solidFill>
                <a:latin typeface="Arial"/>
                <a:ea typeface="Arial"/>
                <a:cs typeface="Arial"/>
              </a:defRPr>
            </a:lvl6pPr>
            <a:lvl7pPr>
              <a:defRPr sz="1350" b="0">
                <a:solidFill>
                  <a:srgbClr val="607269"/>
                </a:solidFill>
                <a:latin typeface="Arial"/>
                <a:ea typeface="Arial"/>
                <a:cs typeface="Arial"/>
              </a:defRPr>
            </a:lvl7pPr>
            <a:lvl8pPr>
              <a:defRPr sz="1350" b="0">
                <a:solidFill>
                  <a:srgbClr val="607269"/>
                </a:solidFill>
                <a:latin typeface="Arial"/>
                <a:ea typeface="Arial"/>
                <a:cs typeface="Arial"/>
              </a:defRPr>
            </a:lvl8pPr>
            <a:lvl9pPr>
              <a:defRPr sz="1350" b="0">
                <a:solidFill>
                  <a:srgbClr val="607269"/>
                </a:solidFill>
                <a:latin typeface="Arial"/>
                <a:ea typeface="Arial"/>
                <a:cs typeface="Arial"/>
              </a:defRPr>
            </a:lvl9pPr>
          </a:lstStyle>
          <a:p xmlns:a="http://schemas.openxmlformats.org/drawingml/2006/main">
            <a:pPr>
              <a:defRPr sz="1350" b="0">
                <a:solidFill>
                  <a:srgbClr val="607269"/>
                </a:solidFill>
                <a:latin typeface="Arial"/>
                <a:ea typeface="Arial"/>
                <a:cs typeface="Arial"/>
              </a:defRPr>
            </a:pPr>
            <a:r>
              <a:rPr sz="1350" b="0">
                <a:solidFill>
                  <a:srgbClr val="607269"/>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24F79260-F685-4C3E-A8D5-7168A9826D8C}"/>
              </a:ext>
            </a:extLst>
          </p:cNvPr>
          <p:cNvSpPr>
            <a:spLocks xmlns:a="http://schemas.openxmlformats.org/drawingml/2006/main" noGrp="1"/>
          </p:cNvSpPr>
          <p:nvPr/>
        </p:nvSpPr>
        <p:spPr>
          <a:xfrm xmlns:a="http://schemas.openxmlformats.org/drawingml/2006/main">
            <a:off x="714375" y="1628775"/>
            <a:ext cx="4352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4F3B"/>
                </a:solidFill>
                <a:latin typeface="Georgia"/>
                <a:ea typeface="Georgia"/>
                <a:cs typeface="Georgia"/>
              </a:defRPr>
            </a:defPPr>
            <a:lvl1pPr>
              <a:defRPr sz="2325" b="0">
                <a:solidFill>
                  <a:srgbClr val="174F3B"/>
                </a:solidFill>
                <a:latin typeface="Georgia"/>
                <a:ea typeface="Georgia"/>
                <a:cs typeface="Georgia"/>
              </a:defRPr>
            </a:lvl1pPr>
            <a:lvl2pPr>
              <a:defRPr sz="2325" b="0">
                <a:solidFill>
                  <a:srgbClr val="174F3B"/>
                </a:solidFill>
                <a:latin typeface="Georgia"/>
                <a:ea typeface="Georgia"/>
                <a:cs typeface="Georgia"/>
              </a:defRPr>
            </a:lvl2pPr>
            <a:lvl3pPr>
              <a:defRPr sz="2325" b="0">
                <a:solidFill>
                  <a:srgbClr val="174F3B"/>
                </a:solidFill>
                <a:latin typeface="Georgia"/>
                <a:ea typeface="Georgia"/>
                <a:cs typeface="Georgia"/>
              </a:defRPr>
            </a:lvl3pPr>
            <a:lvl4pPr>
              <a:defRPr sz="2325" b="0">
                <a:solidFill>
                  <a:srgbClr val="174F3B"/>
                </a:solidFill>
                <a:latin typeface="Georgia"/>
                <a:ea typeface="Georgia"/>
                <a:cs typeface="Georgia"/>
              </a:defRPr>
            </a:lvl4pPr>
            <a:lvl5pPr>
              <a:defRPr sz="2325" b="0">
                <a:solidFill>
                  <a:srgbClr val="174F3B"/>
                </a:solidFill>
                <a:latin typeface="Georgia"/>
                <a:ea typeface="Georgia"/>
                <a:cs typeface="Georgia"/>
              </a:defRPr>
            </a:lvl5pPr>
            <a:lvl6pPr>
              <a:defRPr sz="2325" b="0">
                <a:solidFill>
                  <a:srgbClr val="174F3B"/>
                </a:solidFill>
                <a:latin typeface="Georgia"/>
                <a:ea typeface="Georgia"/>
                <a:cs typeface="Georgia"/>
              </a:defRPr>
            </a:lvl6pPr>
            <a:lvl7pPr>
              <a:defRPr sz="2325" b="0">
                <a:solidFill>
                  <a:srgbClr val="174F3B"/>
                </a:solidFill>
                <a:latin typeface="Georgia"/>
                <a:ea typeface="Georgia"/>
                <a:cs typeface="Georgia"/>
              </a:defRPr>
            </a:lvl7pPr>
            <a:lvl8pPr>
              <a:defRPr sz="2325" b="0">
                <a:solidFill>
                  <a:srgbClr val="174F3B"/>
                </a:solidFill>
                <a:latin typeface="Georgia"/>
                <a:ea typeface="Georgia"/>
                <a:cs typeface="Georgia"/>
              </a:defRPr>
            </a:lvl8pPr>
            <a:lvl9pPr>
              <a:defRPr sz="2325" b="0">
                <a:solidFill>
                  <a:srgbClr val="174F3B"/>
                </a:solidFill>
                <a:latin typeface="Georgia"/>
                <a:ea typeface="Georgia"/>
                <a:cs typeface="Georgia"/>
              </a:defRPr>
            </a:lvl9pPr>
          </a:lstStyle>
          <a:p xmlns:a="http://schemas.openxmlformats.org/drawingml/2006/main">
            <a:pPr>
              <a:defRPr sz="2325" b="0">
                <a:solidFill>
                  <a:srgbClr val="174F3B"/>
                </a:solidFill>
                <a:latin typeface="Georgia"/>
                <a:ea typeface="Georgia"/>
                <a:cs typeface="Georgia"/>
              </a:defRPr>
            </a:pPr>
            <a:r>
              <a:rPr sz="2325" b="0">
                <a:solidFill>
                  <a:srgbClr val="174F3B"/>
                </a:solidFill>
                <a:latin typeface="Georgia"/>
                <a:ea typeface="Georgia"/>
                <a:cs typeface="Georgia"/>
              </a:rPr>
              <a:t>Зима возле Экспо</a:t>
            </a:r>
          </a:p>
        </p:txBody>
      </p:sp>
      <p:sp>
        <p:nvSpPr>
          <p:cNvPr id="5" name="">
            <a:extLst xmlns:a="http://schemas.openxmlformats.org/drawingml/2006/main">
              <a:ext uri="{FF2B5EF4-FFF2-40B4-BE49-F238E27FC236}">
                <a16:creationId xmlns:a16="http://schemas.microsoft.com/office/drawing/2014/main" id="{5DB4876F-DFD2-41DF-86AE-CED855ED083D}"/>
              </a:ext>
            </a:extLst>
          </p:cNvPr>
          <p:cNvSpPr>
            <a:spLocks xmlns:a="http://schemas.openxmlformats.org/drawingml/2006/main" noGrp="1"/>
          </p:cNvSpPr>
          <p:nvPr/>
        </p:nvSpPr>
        <p:spPr>
          <a:xfrm xmlns:a="http://schemas.openxmlformats.org/drawingml/2006/main">
            <a:off x="5610225" y="1676400"/>
            <a:ext cx="5857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43B32"/>
                </a:solidFill>
                <a:latin typeface="Arial"/>
                <a:ea typeface="Arial"/>
                <a:cs typeface="Arial"/>
              </a:defRPr>
            </a:defPPr>
            <a:lvl1pPr>
              <a:defRPr sz="1950" b="0">
                <a:solidFill>
                  <a:srgbClr val="243B32"/>
                </a:solidFill>
                <a:latin typeface="Arial"/>
                <a:ea typeface="Arial"/>
                <a:cs typeface="Arial"/>
              </a:defRPr>
            </a:lvl1pPr>
            <a:lvl2pPr>
              <a:defRPr sz="1950" b="0">
                <a:solidFill>
                  <a:srgbClr val="243B32"/>
                </a:solidFill>
                <a:latin typeface="Arial"/>
                <a:ea typeface="Arial"/>
                <a:cs typeface="Arial"/>
              </a:defRPr>
            </a:lvl2pPr>
            <a:lvl3pPr>
              <a:defRPr sz="1950" b="0">
                <a:solidFill>
                  <a:srgbClr val="243B32"/>
                </a:solidFill>
                <a:latin typeface="Arial"/>
                <a:ea typeface="Arial"/>
                <a:cs typeface="Arial"/>
              </a:defRPr>
            </a:lvl3pPr>
            <a:lvl4pPr>
              <a:defRPr sz="1950" b="0">
                <a:solidFill>
                  <a:srgbClr val="243B32"/>
                </a:solidFill>
                <a:latin typeface="Arial"/>
                <a:ea typeface="Arial"/>
                <a:cs typeface="Arial"/>
              </a:defRPr>
            </a:lvl4pPr>
            <a:lvl5pPr>
              <a:defRPr sz="1950" b="0">
                <a:solidFill>
                  <a:srgbClr val="243B32"/>
                </a:solidFill>
                <a:latin typeface="Arial"/>
                <a:ea typeface="Arial"/>
                <a:cs typeface="Arial"/>
              </a:defRPr>
            </a:lvl5pPr>
            <a:lvl6pPr>
              <a:defRPr sz="1950" b="0">
                <a:solidFill>
                  <a:srgbClr val="243B32"/>
                </a:solidFill>
                <a:latin typeface="Arial"/>
                <a:ea typeface="Arial"/>
                <a:cs typeface="Arial"/>
              </a:defRPr>
            </a:lvl6pPr>
            <a:lvl7pPr>
              <a:defRPr sz="1950" b="0">
                <a:solidFill>
                  <a:srgbClr val="243B32"/>
                </a:solidFill>
                <a:latin typeface="Arial"/>
                <a:ea typeface="Arial"/>
                <a:cs typeface="Arial"/>
              </a:defRPr>
            </a:lvl7pPr>
            <a:lvl8pPr>
              <a:defRPr sz="1950" b="0">
                <a:solidFill>
                  <a:srgbClr val="243B32"/>
                </a:solidFill>
                <a:latin typeface="Arial"/>
                <a:ea typeface="Arial"/>
                <a:cs typeface="Arial"/>
              </a:defRPr>
            </a:lvl8pPr>
            <a:lvl9pPr>
              <a:defRPr sz="1950" b="0">
                <a:solidFill>
                  <a:srgbClr val="243B32"/>
                </a:solidFill>
                <a:latin typeface="Arial"/>
                <a:ea typeface="Arial"/>
                <a:cs typeface="Arial"/>
              </a:defRPr>
            </a:lvl9pPr>
          </a:lstStyle>
          <a:p xmlns:a="http://schemas.openxmlformats.org/drawingml/2006/main">
            <a:pPr>
              <a:defRPr sz="1950" b="0">
                <a:solidFill>
                  <a:srgbClr val="243B32"/>
                </a:solidFill>
                <a:latin typeface="Arial"/>
                <a:ea typeface="Arial"/>
                <a:cs typeface="Arial"/>
              </a:defRPr>
            </a:pPr>
            <a:r>
              <a:rPr sz="1950" b="0">
                <a:solidFill>
                  <a:srgbClr val="243B32"/>
                </a:solidFill>
                <a:latin typeface="Arial"/>
                <a:ea typeface="Arial"/>
                <a:cs typeface="Arial"/>
              </a:rPr>
              <a:t>Помещения и понятное предупреждение</a:t>
            </a:r>
          </a:p>
        </p:txBody>
      </p:sp>
      <p:sp>
        <p:nvSpPr>
          <p:cNvPr id="6" name="">
            <a:extLst xmlns:a="http://schemas.openxmlformats.org/drawingml/2006/main">
              <a:ext uri="{FF2B5EF4-FFF2-40B4-BE49-F238E27FC236}">
                <a16:creationId xmlns:a16="http://schemas.microsoft.com/office/drawing/2014/main" id="{21F559DD-044B-4CA4-828C-27F884A7A7EB}"/>
              </a:ext>
            </a:extLst>
          </p:cNvPr>
          <p:cNvSpPr>
            <a:spLocks xmlns:a="http://schemas.openxmlformats.org/drawingml/2006/main" noGrp="1"/>
          </p:cNvSpPr>
          <p:nvPr/>
        </p:nvSpPr>
        <p:spPr>
          <a:xfrm xmlns:a="http://schemas.openxmlformats.org/drawingml/2006/main">
            <a:off x="714375" y="2505075"/>
            <a:ext cx="4352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4F3B"/>
                </a:solidFill>
                <a:latin typeface="Georgia"/>
                <a:ea typeface="Georgia"/>
                <a:cs typeface="Georgia"/>
              </a:defRPr>
            </a:defPPr>
            <a:lvl1pPr>
              <a:defRPr sz="2325" b="0">
                <a:solidFill>
                  <a:srgbClr val="174F3B"/>
                </a:solidFill>
                <a:latin typeface="Georgia"/>
                <a:ea typeface="Georgia"/>
                <a:cs typeface="Georgia"/>
              </a:defRPr>
            </a:lvl1pPr>
            <a:lvl2pPr>
              <a:defRPr sz="2325" b="0">
                <a:solidFill>
                  <a:srgbClr val="174F3B"/>
                </a:solidFill>
                <a:latin typeface="Georgia"/>
                <a:ea typeface="Georgia"/>
                <a:cs typeface="Georgia"/>
              </a:defRPr>
            </a:lvl2pPr>
            <a:lvl3pPr>
              <a:defRPr sz="2325" b="0">
                <a:solidFill>
                  <a:srgbClr val="174F3B"/>
                </a:solidFill>
                <a:latin typeface="Georgia"/>
                <a:ea typeface="Georgia"/>
                <a:cs typeface="Georgia"/>
              </a:defRPr>
            </a:lvl3pPr>
            <a:lvl4pPr>
              <a:defRPr sz="2325" b="0">
                <a:solidFill>
                  <a:srgbClr val="174F3B"/>
                </a:solidFill>
                <a:latin typeface="Georgia"/>
                <a:ea typeface="Georgia"/>
                <a:cs typeface="Georgia"/>
              </a:defRPr>
            </a:lvl4pPr>
            <a:lvl5pPr>
              <a:defRPr sz="2325" b="0">
                <a:solidFill>
                  <a:srgbClr val="174F3B"/>
                </a:solidFill>
                <a:latin typeface="Georgia"/>
                <a:ea typeface="Georgia"/>
                <a:cs typeface="Georgia"/>
              </a:defRPr>
            </a:lvl5pPr>
            <a:lvl6pPr>
              <a:defRPr sz="2325" b="0">
                <a:solidFill>
                  <a:srgbClr val="174F3B"/>
                </a:solidFill>
                <a:latin typeface="Georgia"/>
                <a:ea typeface="Georgia"/>
                <a:cs typeface="Georgia"/>
              </a:defRPr>
            </a:lvl6pPr>
            <a:lvl7pPr>
              <a:defRPr sz="2325" b="0">
                <a:solidFill>
                  <a:srgbClr val="174F3B"/>
                </a:solidFill>
                <a:latin typeface="Georgia"/>
                <a:ea typeface="Georgia"/>
                <a:cs typeface="Georgia"/>
              </a:defRPr>
            </a:lvl7pPr>
            <a:lvl8pPr>
              <a:defRPr sz="2325" b="0">
                <a:solidFill>
                  <a:srgbClr val="174F3B"/>
                </a:solidFill>
                <a:latin typeface="Georgia"/>
                <a:ea typeface="Georgia"/>
                <a:cs typeface="Georgia"/>
              </a:defRPr>
            </a:lvl8pPr>
            <a:lvl9pPr>
              <a:defRPr sz="2325" b="0">
                <a:solidFill>
                  <a:srgbClr val="174F3B"/>
                </a:solidFill>
                <a:latin typeface="Georgia"/>
                <a:ea typeface="Georgia"/>
                <a:cs typeface="Georgia"/>
              </a:defRPr>
            </a:lvl9pPr>
          </a:lstStyle>
          <a:p xmlns:a="http://schemas.openxmlformats.org/drawingml/2006/main">
            <a:pPr>
              <a:defRPr sz="2325" b="0">
                <a:solidFill>
                  <a:srgbClr val="174F3B"/>
                </a:solidFill>
                <a:latin typeface="Georgia"/>
                <a:ea typeface="Georgia"/>
                <a:cs typeface="Georgia"/>
              </a:defRPr>
            </a:pPr>
            <a:r>
              <a:rPr sz="2325" b="0">
                <a:solidFill>
                  <a:srgbClr val="174F3B"/>
                </a:solidFill>
                <a:latin typeface="Georgia"/>
                <a:ea typeface="Georgia"/>
                <a:cs typeface="Georgia"/>
              </a:rPr>
              <a:t>Лето и прогулка</a:t>
            </a:r>
          </a:p>
        </p:txBody>
      </p:sp>
      <p:sp>
        <p:nvSpPr>
          <p:cNvPr id="7" name="">
            <a:extLst xmlns:a="http://schemas.openxmlformats.org/drawingml/2006/main">
              <a:ext uri="{FF2B5EF4-FFF2-40B4-BE49-F238E27FC236}">
                <a16:creationId xmlns:a16="http://schemas.microsoft.com/office/drawing/2014/main" id="{2D1EA028-91D2-4B31-9906-97A9D6B09D74}"/>
              </a:ext>
            </a:extLst>
          </p:cNvPr>
          <p:cNvSpPr>
            <a:spLocks xmlns:a="http://schemas.openxmlformats.org/drawingml/2006/main" noGrp="1"/>
          </p:cNvSpPr>
          <p:nvPr/>
        </p:nvSpPr>
        <p:spPr>
          <a:xfrm xmlns:a="http://schemas.openxmlformats.org/drawingml/2006/main">
            <a:off x="5610225" y="2552700"/>
            <a:ext cx="5857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43B32"/>
                </a:solidFill>
                <a:latin typeface="Arial"/>
                <a:ea typeface="Arial"/>
                <a:cs typeface="Arial"/>
              </a:defRPr>
            </a:defPPr>
            <a:lvl1pPr>
              <a:defRPr sz="1950" b="0">
                <a:solidFill>
                  <a:srgbClr val="243B32"/>
                </a:solidFill>
                <a:latin typeface="Arial"/>
                <a:ea typeface="Arial"/>
                <a:cs typeface="Arial"/>
              </a:defRPr>
            </a:lvl1pPr>
            <a:lvl2pPr>
              <a:defRPr sz="1950" b="0">
                <a:solidFill>
                  <a:srgbClr val="243B32"/>
                </a:solidFill>
                <a:latin typeface="Arial"/>
                <a:ea typeface="Arial"/>
                <a:cs typeface="Arial"/>
              </a:defRPr>
            </a:lvl2pPr>
            <a:lvl3pPr>
              <a:defRPr sz="1950" b="0">
                <a:solidFill>
                  <a:srgbClr val="243B32"/>
                </a:solidFill>
                <a:latin typeface="Arial"/>
                <a:ea typeface="Arial"/>
                <a:cs typeface="Arial"/>
              </a:defRPr>
            </a:lvl3pPr>
            <a:lvl4pPr>
              <a:defRPr sz="1950" b="0">
                <a:solidFill>
                  <a:srgbClr val="243B32"/>
                </a:solidFill>
                <a:latin typeface="Arial"/>
                <a:ea typeface="Arial"/>
                <a:cs typeface="Arial"/>
              </a:defRPr>
            </a:lvl4pPr>
            <a:lvl5pPr>
              <a:defRPr sz="1950" b="0">
                <a:solidFill>
                  <a:srgbClr val="243B32"/>
                </a:solidFill>
                <a:latin typeface="Arial"/>
                <a:ea typeface="Arial"/>
                <a:cs typeface="Arial"/>
              </a:defRPr>
            </a:lvl5pPr>
            <a:lvl6pPr>
              <a:defRPr sz="1950" b="0">
                <a:solidFill>
                  <a:srgbClr val="243B32"/>
                </a:solidFill>
                <a:latin typeface="Arial"/>
                <a:ea typeface="Arial"/>
                <a:cs typeface="Arial"/>
              </a:defRPr>
            </a:lvl6pPr>
            <a:lvl7pPr>
              <a:defRPr sz="1950" b="0">
                <a:solidFill>
                  <a:srgbClr val="243B32"/>
                </a:solidFill>
                <a:latin typeface="Arial"/>
                <a:ea typeface="Arial"/>
                <a:cs typeface="Arial"/>
              </a:defRPr>
            </a:lvl7pPr>
            <a:lvl8pPr>
              <a:defRPr sz="1950" b="0">
                <a:solidFill>
                  <a:srgbClr val="243B32"/>
                </a:solidFill>
                <a:latin typeface="Arial"/>
                <a:ea typeface="Arial"/>
                <a:cs typeface="Arial"/>
              </a:defRPr>
            </a:lvl8pPr>
            <a:lvl9pPr>
              <a:defRPr sz="1950" b="0">
                <a:solidFill>
                  <a:srgbClr val="243B32"/>
                </a:solidFill>
                <a:latin typeface="Arial"/>
                <a:ea typeface="Arial"/>
                <a:cs typeface="Arial"/>
              </a:defRPr>
            </a:lvl9pPr>
          </a:lstStyle>
          <a:p xmlns:a="http://schemas.openxmlformats.org/drawingml/2006/main">
            <a:pPr>
              <a:defRPr sz="1950" b="0">
                <a:solidFill>
                  <a:srgbClr val="243B32"/>
                </a:solidFill>
                <a:latin typeface="Arial"/>
                <a:ea typeface="Arial"/>
                <a:cs typeface="Arial"/>
              </a:defRPr>
            </a:pPr>
            <a:r>
              <a:rPr sz="1950" b="0">
                <a:solidFill>
                  <a:srgbClr val="243B32"/>
                </a:solidFill>
                <a:latin typeface="Arial"/>
                <a:ea typeface="Arial"/>
                <a:cs typeface="Arial"/>
              </a:rPr>
              <a:t>Открытые места участвуют в подборе</a:t>
            </a:r>
          </a:p>
        </p:txBody>
      </p:sp>
      <p:sp>
        <p:nvSpPr>
          <p:cNvPr id="8" name="">
            <a:extLst xmlns:a="http://schemas.openxmlformats.org/drawingml/2006/main">
              <a:ext uri="{FF2B5EF4-FFF2-40B4-BE49-F238E27FC236}">
                <a16:creationId xmlns:a16="http://schemas.microsoft.com/office/drawing/2014/main" id="{C2ADD9EB-5388-4071-A9E7-10AA786630FD}"/>
              </a:ext>
            </a:extLst>
          </p:cNvPr>
          <p:cNvSpPr>
            <a:spLocks xmlns:a="http://schemas.openxmlformats.org/drawingml/2006/main" noGrp="1"/>
          </p:cNvSpPr>
          <p:nvPr/>
        </p:nvSpPr>
        <p:spPr>
          <a:xfrm xmlns:a="http://schemas.openxmlformats.org/drawingml/2006/main">
            <a:off x="714375" y="3381375"/>
            <a:ext cx="4352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4F3B"/>
                </a:solidFill>
                <a:latin typeface="Georgia"/>
                <a:ea typeface="Georgia"/>
                <a:cs typeface="Georgia"/>
              </a:defRPr>
            </a:defPPr>
            <a:lvl1pPr>
              <a:defRPr sz="2325" b="0">
                <a:solidFill>
                  <a:srgbClr val="174F3B"/>
                </a:solidFill>
                <a:latin typeface="Georgia"/>
                <a:ea typeface="Georgia"/>
                <a:cs typeface="Georgia"/>
              </a:defRPr>
            </a:lvl1pPr>
            <a:lvl2pPr>
              <a:defRPr sz="2325" b="0">
                <a:solidFill>
                  <a:srgbClr val="174F3B"/>
                </a:solidFill>
                <a:latin typeface="Georgia"/>
                <a:ea typeface="Georgia"/>
                <a:cs typeface="Georgia"/>
              </a:defRPr>
            </a:lvl2pPr>
            <a:lvl3pPr>
              <a:defRPr sz="2325" b="0">
                <a:solidFill>
                  <a:srgbClr val="174F3B"/>
                </a:solidFill>
                <a:latin typeface="Georgia"/>
                <a:ea typeface="Georgia"/>
                <a:cs typeface="Georgia"/>
              </a:defRPr>
            </a:lvl3pPr>
            <a:lvl4pPr>
              <a:defRPr sz="2325" b="0">
                <a:solidFill>
                  <a:srgbClr val="174F3B"/>
                </a:solidFill>
                <a:latin typeface="Georgia"/>
                <a:ea typeface="Georgia"/>
                <a:cs typeface="Georgia"/>
              </a:defRPr>
            </a:lvl4pPr>
            <a:lvl5pPr>
              <a:defRPr sz="2325" b="0">
                <a:solidFill>
                  <a:srgbClr val="174F3B"/>
                </a:solidFill>
                <a:latin typeface="Georgia"/>
                <a:ea typeface="Georgia"/>
                <a:cs typeface="Georgia"/>
              </a:defRPr>
            </a:lvl5pPr>
            <a:lvl6pPr>
              <a:defRPr sz="2325" b="0">
                <a:solidFill>
                  <a:srgbClr val="174F3B"/>
                </a:solidFill>
                <a:latin typeface="Georgia"/>
                <a:ea typeface="Georgia"/>
                <a:cs typeface="Georgia"/>
              </a:defRPr>
            </a:lvl6pPr>
            <a:lvl7pPr>
              <a:defRPr sz="2325" b="0">
                <a:solidFill>
                  <a:srgbClr val="174F3B"/>
                </a:solidFill>
                <a:latin typeface="Georgia"/>
                <a:ea typeface="Georgia"/>
                <a:cs typeface="Georgia"/>
              </a:defRPr>
            </a:lvl7pPr>
            <a:lvl8pPr>
              <a:defRPr sz="2325" b="0">
                <a:solidFill>
                  <a:srgbClr val="174F3B"/>
                </a:solidFill>
                <a:latin typeface="Georgia"/>
                <a:ea typeface="Georgia"/>
                <a:cs typeface="Georgia"/>
              </a:defRPr>
            </a:lvl8pPr>
            <a:lvl9pPr>
              <a:defRPr sz="2325" b="0">
                <a:solidFill>
                  <a:srgbClr val="174F3B"/>
                </a:solidFill>
                <a:latin typeface="Georgia"/>
                <a:ea typeface="Georgia"/>
                <a:cs typeface="Georgia"/>
              </a:defRPr>
            </a:lvl9pPr>
          </a:lstStyle>
          <a:p xmlns:a="http://schemas.openxmlformats.org/drawingml/2006/main">
            <a:pPr>
              <a:defRPr sz="2325" b="0">
                <a:solidFill>
                  <a:srgbClr val="174F3B"/>
                </a:solidFill>
                <a:latin typeface="Georgia"/>
                <a:ea typeface="Georgia"/>
                <a:cs typeface="Georgia"/>
              </a:defRPr>
            </a:pPr>
            <a:r>
              <a:rPr sz="2325" b="0">
                <a:solidFill>
                  <a:srgbClr val="174F3B"/>
                </a:solidFill>
                <a:latin typeface="Georgia"/>
                <a:ea typeface="Georgia"/>
                <a:cs typeface="Georgia"/>
              </a:rPr>
              <a:t>Нет подходящих мест</a:t>
            </a:r>
          </a:p>
        </p:txBody>
      </p:sp>
      <p:sp>
        <p:nvSpPr>
          <p:cNvPr id="9" name="">
            <a:extLst xmlns:a="http://schemas.openxmlformats.org/drawingml/2006/main">
              <a:ext uri="{FF2B5EF4-FFF2-40B4-BE49-F238E27FC236}">
                <a16:creationId xmlns:a16="http://schemas.microsoft.com/office/drawing/2014/main" id="{01077F23-3B44-4F23-840E-AC23B6EEA46F}"/>
              </a:ext>
            </a:extLst>
          </p:cNvPr>
          <p:cNvSpPr>
            <a:spLocks xmlns:a="http://schemas.openxmlformats.org/drawingml/2006/main" noGrp="1"/>
          </p:cNvSpPr>
          <p:nvPr/>
        </p:nvSpPr>
        <p:spPr>
          <a:xfrm xmlns:a="http://schemas.openxmlformats.org/drawingml/2006/main">
            <a:off x="5610225" y="3429000"/>
            <a:ext cx="5857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43B32"/>
                </a:solidFill>
                <a:latin typeface="Arial"/>
                <a:ea typeface="Arial"/>
                <a:cs typeface="Arial"/>
              </a:defRPr>
            </a:defPPr>
            <a:lvl1pPr>
              <a:defRPr sz="1950" b="0">
                <a:solidFill>
                  <a:srgbClr val="243B32"/>
                </a:solidFill>
                <a:latin typeface="Arial"/>
                <a:ea typeface="Arial"/>
                <a:cs typeface="Arial"/>
              </a:defRPr>
            </a:lvl1pPr>
            <a:lvl2pPr>
              <a:defRPr sz="1950" b="0">
                <a:solidFill>
                  <a:srgbClr val="243B32"/>
                </a:solidFill>
                <a:latin typeface="Arial"/>
                <a:ea typeface="Arial"/>
                <a:cs typeface="Arial"/>
              </a:defRPr>
            </a:lvl2pPr>
            <a:lvl3pPr>
              <a:defRPr sz="1950" b="0">
                <a:solidFill>
                  <a:srgbClr val="243B32"/>
                </a:solidFill>
                <a:latin typeface="Arial"/>
                <a:ea typeface="Arial"/>
                <a:cs typeface="Arial"/>
              </a:defRPr>
            </a:lvl3pPr>
            <a:lvl4pPr>
              <a:defRPr sz="1950" b="0">
                <a:solidFill>
                  <a:srgbClr val="243B32"/>
                </a:solidFill>
                <a:latin typeface="Arial"/>
                <a:ea typeface="Arial"/>
                <a:cs typeface="Arial"/>
              </a:defRPr>
            </a:lvl4pPr>
            <a:lvl5pPr>
              <a:defRPr sz="1950" b="0">
                <a:solidFill>
                  <a:srgbClr val="243B32"/>
                </a:solidFill>
                <a:latin typeface="Arial"/>
                <a:ea typeface="Arial"/>
                <a:cs typeface="Arial"/>
              </a:defRPr>
            </a:lvl5pPr>
            <a:lvl6pPr>
              <a:defRPr sz="1950" b="0">
                <a:solidFill>
                  <a:srgbClr val="243B32"/>
                </a:solidFill>
                <a:latin typeface="Arial"/>
                <a:ea typeface="Arial"/>
                <a:cs typeface="Arial"/>
              </a:defRPr>
            </a:lvl6pPr>
            <a:lvl7pPr>
              <a:defRPr sz="1950" b="0">
                <a:solidFill>
                  <a:srgbClr val="243B32"/>
                </a:solidFill>
                <a:latin typeface="Arial"/>
                <a:ea typeface="Arial"/>
                <a:cs typeface="Arial"/>
              </a:defRPr>
            </a:lvl7pPr>
            <a:lvl8pPr>
              <a:defRPr sz="1950" b="0">
                <a:solidFill>
                  <a:srgbClr val="243B32"/>
                </a:solidFill>
                <a:latin typeface="Arial"/>
                <a:ea typeface="Arial"/>
                <a:cs typeface="Arial"/>
              </a:defRPr>
            </a:lvl8pPr>
            <a:lvl9pPr>
              <a:defRPr sz="1950" b="0">
                <a:solidFill>
                  <a:srgbClr val="243B32"/>
                </a:solidFill>
                <a:latin typeface="Arial"/>
                <a:ea typeface="Arial"/>
                <a:cs typeface="Arial"/>
              </a:defRPr>
            </a:lvl9pPr>
          </a:lstStyle>
          <a:p xmlns:a="http://schemas.openxmlformats.org/drawingml/2006/main">
            <a:pPr>
              <a:defRPr sz="1950" b="0">
                <a:solidFill>
                  <a:srgbClr val="243B32"/>
                </a:solidFill>
                <a:latin typeface="Arial"/>
                <a:ea typeface="Arial"/>
                <a:cs typeface="Arial"/>
              </a:defRPr>
            </a:pPr>
            <a:r>
              <a:rPr sz="1950" b="0">
                <a:solidFill>
                  <a:srgbClr val="243B32"/>
                </a:solidFill>
                <a:latin typeface="Arial"/>
                <a:ea typeface="Arial"/>
                <a:cs typeface="Arial"/>
              </a:rPr>
              <a:t>Честный результат без вымышленного POI</a:t>
            </a:r>
          </a:p>
        </p:txBody>
      </p:sp>
      <p:sp>
        <p:nvSpPr>
          <p:cNvPr id="10" name="">
            <a:extLst xmlns:a="http://schemas.openxmlformats.org/drawingml/2006/main">
              <a:ext uri="{FF2B5EF4-FFF2-40B4-BE49-F238E27FC236}">
                <a16:creationId xmlns:a16="http://schemas.microsoft.com/office/drawing/2014/main" id="{AA6455ED-0201-4A37-BD71-410EE45C205E}"/>
              </a:ext>
            </a:extLst>
          </p:cNvPr>
          <p:cNvSpPr>
            <a:spLocks xmlns:a="http://schemas.openxmlformats.org/drawingml/2006/main" noGrp="1"/>
          </p:cNvSpPr>
          <p:nvPr/>
        </p:nvSpPr>
        <p:spPr>
          <a:xfrm xmlns:a="http://schemas.openxmlformats.org/drawingml/2006/main">
            <a:off x="714375" y="4257675"/>
            <a:ext cx="4352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4F3B"/>
                </a:solidFill>
                <a:latin typeface="Georgia"/>
                <a:ea typeface="Georgia"/>
                <a:cs typeface="Georgia"/>
              </a:defRPr>
            </a:defPPr>
            <a:lvl1pPr>
              <a:defRPr sz="2325" b="0">
                <a:solidFill>
                  <a:srgbClr val="174F3B"/>
                </a:solidFill>
                <a:latin typeface="Georgia"/>
                <a:ea typeface="Georgia"/>
                <a:cs typeface="Georgia"/>
              </a:defRPr>
            </a:lvl1pPr>
            <a:lvl2pPr>
              <a:defRPr sz="2325" b="0">
                <a:solidFill>
                  <a:srgbClr val="174F3B"/>
                </a:solidFill>
                <a:latin typeface="Georgia"/>
                <a:ea typeface="Georgia"/>
                <a:cs typeface="Georgia"/>
              </a:defRPr>
            </a:lvl2pPr>
            <a:lvl3pPr>
              <a:defRPr sz="2325" b="0">
                <a:solidFill>
                  <a:srgbClr val="174F3B"/>
                </a:solidFill>
                <a:latin typeface="Georgia"/>
                <a:ea typeface="Georgia"/>
                <a:cs typeface="Georgia"/>
              </a:defRPr>
            </a:lvl3pPr>
            <a:lvl4pPr>
              <a:defRPr sz="2325" b="0">
                <a:solidFill>
                  <a:srgbClr val="174F3B"/>
                </a:solidFill>
                <a:latin typeface="Georgia"/>
                <a:ea typeface="Georgia"/>
                <a:cs typeface="Georgia"/>
              </a:defRPr>
            </a:lvl4pPr>
            <a:lvl5pPr>
              <a:defRPr sz="2325" b="0">
                <a:solidFill>
                  <a:srgbClr val="174F3B"/>
                </a:solidFill>
                <a:latin typeface="Georgia"/>
                <a:ea typeface="Georgia"/>
                <a:cs typeface="Georgia"/>
              </a:defRPr>
            </a:lvl5pPr>
            <a:lvl6pPr>
              <a:defRPr sz="2325" b="0">
                <a:solidFill>
                  <a:srgbClr val="174F3B"/>
                </a:solidFill>
                <a:latin typeface="Georgia"/>
                <a:ea typeface="Georgia"/>
                <a:cs typeface="Georgia"/>
              </a:defRPr>
            </a:lvl6pPr>
            <a:lvl7pPr>
              <a:defRPr sz="2325" b="0">
                <a:solidFill>
                  <a:srgbClr val="174F3B"/>
                </a:solidFill>
                <a:latin typeface="Georgia"/>
                <a:ea typeface="Georgia"/>
                <a:cs typeface="Georgia"/>
              </a:defRPr>
            </a:lvl7pPr>
            <a:lvl8pPr>
              <a:defRPr sz="2325" b="0">
                <a:solidFill>
                  <a:srgbClr val="174F3B"/>
                </a:solidFill>
                <a:latin typeface="Georgia"/>
                <a:ea typeface="Georgia"/>
                <a:cs typeface="Georgia"/>
              </a:defRPr>
            </a:lvl8pPr>
            <a:lvl9pPr>
              <a:defRPr sz="2325" b="0">
                <a:solidFill>
                  <a:srgbClr val="174F3B"/>
                </a:solidFill>
                <a:latin typeface="Georgia"/>
                <a:ea typeface="Georgia"/>
                <a:cs typeface="Georgia"/>
              </a:defRPr>
            </a:lvl9pPr>
          </a:lstStyle>
          <a:p xmlns:a="http://schemas.openxmlformats.org/drawingml/2006/main">
            <a:pPr>
              <a:defRPr sz="2325" b="0">
                <a:solidFill>
                  <a:srgbClr val="174F3B"/>
                </a:solidFill>
                <a:latin typeface="Georgia"/>
                <a:ea typeface="Georgia"/>
                <a:cs typeface="Georgia"/>
              </a:defRPr>
            </a:pPr>
            <a:r>
              <a:rPr sz="2325" b="0">
                <a:solidFill>
                  <a:srgbClr val="174F3B"/>
                </a:solidFill>
                <a:latin typeface="Georgia"/>
                <a:ea typeface="Georgia"/>
                <a:cs typeface="Georgia"/>
              </a:rPr>
              <a:t>Сбой модели или сети</a:t>
            </a:r>
          </a:p>
        </p:txBody>
      </p:sp>
      <p:sp>
        <p:nvSpPr>
          <p:cNvPr id="11" name="">
            <a:extLst xmlns:a="http://schemas.openxmlformats.org/drawingml/2006/main">
              <a:ext uri="{FF2B5EF4-FFF2-40B4-BE49-F238E27FC236}">
                <a16:creationId xmlns:a16="http://schemas.microsoft.com/office/drawing/2014/main" id="{425ECFA6-73E4-49BF-AFFF-299B74C4C015}"/>
              </a:ext>
            </a:extLst>
          </p:cNvPr>
          <p:cNvSpPr>
            <a:spLocks xmlns:a="http://schemas.openxmlformats.org/drawingml/2006/main" noGrp="1"/>
          </p:cNvSpPr>
          <p:nvPr/>
        </p:nvSpPr>
        <p:spPr>
          <a:xfrm xmlns:a="http://schemas.openxmlformats.org/drawingml/2006/main">
            <a:off x="5610225" y="4305300"/>
            <a:ext cx="5857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43B32"/>
                </a:solidFill>
                <a:latin typeface="Arial"/>
                <a:ea typeface="Arial"/>
                <a:cs typeface="Arial"/>
              </a:defRPr>
            </a:defPPr>
            <a:lvl1pPr>
              <a:defRPr sz="1950" b="0">
                <a:solidFill>
                  <a:srgbClr val="243B32"/>
                </a:solidFill>
                <a:latin typeface="Arial"/>
                <a:ea typeface="Arial"/>
                <a:cs typeface="Arial"/>
              </a:defRPr>
            </a:lvl1pPr>
            <a:lvl2pPr>
              <a:defRPr sz="1950" b="0">
                <a:solidFill>
                  <a:srgbClr val="243B32"/>
                </a:solidFill>
                <a:latin typeface="Arial"/>
                <a:ea typeface="Arial"/>
                <a:cs typeface="Arial"/>
              </a:defRPr>
            </a:lvl2pPr>
            <a:lvl3pPr>
              <a:defRPr sz="1950" b="0">
                <a:solidFill>
                  <a:srgbClr val="243B32"/>
                </a:solidFill>
                <a:latin typeface="Arial"/>
                <a:ea typeface="Arial"/>
                <a:cs typeface="Arial"/>
              </a:defRPr>
            </a:lvl3pPr>
            <a:lvl4pPr>
              <a:defRPr sz="1950" b="0">
                <a:solidFill>
                  <a:srgbClr val="243B32"/>
                </a:solidFill>
                <a:latin typeface="Arial"/>
                <a:ea typeface="Arial"/>
                <a:cs typeface="Arial"/>
              </a:defRPr>
            </a:lvl4pPr>
            <a:lvl5pPr>
              <a:defRPr sz="1950" b="0">
                <a:solidFill>
                  <a:srgbClr val="243B32"/>
                </a:solidFill>
                <a:latin typeface="Arial"/>
                <a:ea typeface="Arial"/>
                <a:cs typeface="Arial"/>
              </a:defRPr>
            </a:lvl5pPr>
            <a:lvl6pPr>
              <a:defRPr sz="1950" b="0">
                <a:solidFill>
                  <a:srgbClr val="243B32"/>
                </a:solidFill>
                <a:latin typeface="Arial"/>
                <a:ea typeface="Arial"/>
                <a:cs typeface="Arial"/>
              </a:defRPr>
            </a:lvl6pPr>
            <a:lvl7pPr>
              <a:defRPr sz="1950" b="0">
                <a:solidFill>
                  <a:srgbClr val="243B32"/>
                </a:solidFill>
                <a:latin typeface="Arial"/>
                <a:ea typeface="Arial"/>
                <a:cs typeface="Arial"/>
              </a:defRPr>
            </a:lvl7pPr>
            <a:lvl8pPr>
              <a:defRPr sz="1950" b="0">
                <a:solidFill>
                  <a:srgbClr val="243B32"/>
                </a:solidFill>
                <a:latin typeface="Arial"/>
                <a:ea typeface="Arial"/>
                <a:cs typeface="Arial"/>
              </a:defRPr>
            </a:lvl8pPr>
            <a:lvl9pPr>
              <a:defRPr sz="1950" b="0">
                <a:solidFill>
                  <a:srgbClr val="243B32"/>
                </a:solidFill>
                <a:latin typeface="Arial"/>
                <a:ea typeface="Arial"/>
                <a:cs typeface="Arial"/>
              </a:defRPr>
            </a:lvl9pPr>
          </a:lstStyle>
          <a:p xmlns:a="http://schemas.openxmlformats.org/drawingml/2006/main">
            <a:pPr>
              <a:defRPr sz="1950" b="0">
                <a:solidFill>
                  <a:srgbClr val="243B32"/>
                </a:solidFill>
                <a:latin typeface="Arial"/>
                <a:ea typeface="Arial"/>
                <a:cs typeface="Arial"/>
              </a:defRPr>
            </a:pPr>
            <a:r>
              <a:rPr sz="1950" b="0">
                <a:solidFill>
                  <a:srgbClr val="243B32"/>
                </a:solidFill>
                <a:latin typeface="Arial"/>
                <a:ea typeface="Arial"/>
                <a:cs typeface="Arial"/>
              </a:rPr>
              <a:t>Понятный статус и резервный режим</a:t>
            </a:r>
          </a:p>
        </p:txBody>
      </p:sp>
      <p:sp>
        <p:nvSpPr>
          <p:cNvPr id="12" name="">
            <a:extLst xmlns:a="http://schemas.openxmlformats.org/drawingml/2006/main">
              <a:ext uri="{FF2B5EF4-FFF2-40B4-BE49-F238E27FC236}">
                <a16:creationId xmlns:a16="http://schemas.microsoft.com/office/drawing/2014/main" id="{550382D5-F76C-457A-9EB2-B593654A5932}"/>
              </a:ext>
            </a:extLst>
          </p:cNvPr>
          <p:cNvSpPr>
            <a:spLocks xmlns:a="http://schemas.openxmlformats.org/drawingml/2006/main" noGrp="1"/>
          </p:cNvSpPr>
          <p:nvPr/>
        </p:nvSpPr>
        <p:spPr>
          <a:xfrm xmlns:a="http://schemas.openxmlformats.org/drawingml/2006/main">
            <a:off x="723900" y="545782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07269"/>
                </a:solidFill>
                <a:latin typeface="Arial"/>
                <a:ea typeface="Arial"/>
                <a:cs typeface="Arial"/>
              </a:defRPr>
            </a:defPPr>
            <a:lvl1pPr>
              <a:defRPr sz="1650" b="0">
                <a:solidFill>
                  <a:srgbClr val="607269"/>
                </a:solidFill>
                <a:latin typeface="Arial"/>
                <a:ea typeface="Arial"/>
                <a:cs typeface="Arial"/>
              </a:defRPr>
            </a:lvl1pPr>
            <a:lvl2pPr>
              <a:defRPr sz="1650" b="0">
                <a:solidFill>
                  <a:srgbClr val="607269"/>
                </a:solidFill>
                <a:latin typeface="Arial"/>
                <a:ea typeface="Arial"/>
                <a:cs typeface="Arial"/>
              </a:defRPr>
            </a:lvl2pPr>
            <a:lvl3pPr>
              <a:defRPr sz="1650" b="0">
                <a:solidFill>
                  <a:srgbClr val="607269"/>
                </a:solidFill>
                <a:latin typeface="Arial"/>
                <a:ea typeface="Arial"/>
                <a:cs typeface="Arial"/>
              </a:defRPr>
            </a:lvl3pPr>
            <a:lvl4pPr>
              <a:defRPr sz="1650" b="0">
                <a:solidFill>
                  <a:srgbClr val="607269"/>
                </a:solidFill>
                <a:latin typeface="Arial"/>
                <a:ea typeface="Arial"/>
                <a:cs typeface="Arial"/>
              </a:defRPr>
            </a:lvl4pPr>
            <a:lvl5pPr>
              <a:defRPr sz="1650" b="0">
                <a:solidFill>
                  <a:srgbClr val="607269"/>
                </a:solidFill>
                <a:latin typeface="Arial"/>
                <a:ea typeface="Arial"/>
                <a:cs typeface="Arial"/>
              </a:defRPr>
            </a:lvl5pPr>
            <a:lvl6pPr>
              <a:defRPr sz="1650" b="0">
                <a:solidFill>
                  <a:srgbClr val="607269"/>
                </a:solidFill>
                <a:latin typeface="Arial"/>
                <a:ea typeface="Arial"/>
                <a:cs typeface="Arial"/>
              </a:defRPr>
            </a:lvl6pPr>
            <a:lvl7pPr>
              <a:defRPr sz="1650" b="0">
                <a:solidFill>
                  <a:srgbClr val="607269"/>
                </a:solidFill>
                <a:latin typeface="Arial"/>
                <a:ea typeface="Arial"/>
                <a:cs typeface="Arial"/>
              </a:defRPr>
            </a:lvl7pPr>
            <a:lvl8pPr>
              <a:defRPr sz="1650" b="0">
                <a:solidFill>
                  <a:srgbClr val="607269"/>
                </a:solidFill>
                <a:latin typeface="Arial"/>
                <a:ea typeface="Arial"/>
                <a:cs typeface="Arial"/>
              </a:defRPr>
            </a:lvl8pPr>
            <a:lvl9pPr>
              <a:defRPr sz="1650" b="0">
                <a:solidFill>
                  <a:srgbClr val="607269"/>
                </a:solidFill>
                <a:latin typeface="Arial"/>
                <a:ea typeface="Arial"/>
                <a:cs typeface="Arial"/>
              </a:defRPr>
            </a:lvl9pPr>
          </a:lstStyle>
          <a:p xmlns:a="http://schemas.openxmlformats.org/drawingml/2006/main">
            <a:pPr>
              <a:defRPr sz="1650" b="0">
                <a:solidFill>
                  <a:srgbClr val="607269"/>
                </a:solidFill>
                <a:latin typeface="Arial"/>
                <a:ea typeface="Arial"/>
                <a:cs typeface="Arial"/>
              </a:defRPr>
            </a:pPr>
            <a:r>
              <a:rPr sz="1650" b="0">
                <a:solidFill>
                  <a:srgbClr val="607269"/>
                </a:solidFill>
                <a:latin typeface="Arial"/>
                <a:ea typeface="Arial"/>
                <a:cs typeface="Arial"/>
              </a:rPr>
              <a:t>В комплекте есть сценарии приемки и команды тестов.</a:t>
            </a:r>
          </a:p>
          <a:p xmlns:a="http://schemas.openxmlformats.org/drawingml/2006/main">
            <a:pPr>
              <a:defRPr sz="1650" b="0">
                <a:solidFill>
                  <a:srgbClr val="607269"/>
                </a:solidFill>
                <a:latin typeface="Arial"/>
                <a:ea typeface="Arial"/>
                <a:cs typeface="Arial"/>
              </a:defRPr>
            </a:pPr>
            <a:r>
              <a:rPr sz="1650" b="0">
                <a:solidFill>
                  <a:srgbClr val="607269"/>
                </a:solidFill>
                <a:latin typeface="Arial"/>
                <a:ea typeface="Arial"/>
                <a:cs typeface="Arial"/>
              </a:rPr>
              <a:t>Реальный вызов LLM требует отдельной проверки с действующим ключом</a:t>
            </a:r>
          </a:p>
        </p:txBody>
      </p:sp>
    </p:spTree>
    <p:extLst>
      <p:ext uri="{BB962C8B-B14F-4D97-AF65-F5344CB8AC3E}">
        <p14:creationId xmlns:p14="http://schemas.microsoft.com/office/powerpoint/2010/main" val="454984210"/>
      </p:ext>
    </p:extLst>
  </p:cSld>
</p:sld>
</file>

<file path=ppt/slides/slide8.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D9240BA-73C4-4B09-8E53-264040E9B746}"/>
              </a:ext>
            </a:extLst>
          </p:cNvPr>
          <p:cNvSpPr>
            <a:spLocks xmlns:a="http://schemas.openxmlformats.org/drawingml/2006/main" noGrp="1"/>
          </p:cNvSpPr>
          <p:nvPr/>
        </p:nvSpPr>
        <p:spPr>
          <a:xfrm xmlns:a="http://schemas.openxmlformats.org/drawingml/2006/main">
            <a:off x="685800" y="5334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3B32"/>
                </a:solidFill>
                <a:latin typeface="Georgia"/>
                <a:ea typeface="Georgia"/>
                <a:cs typeface="Georgia"/>
              </a:defRPr>
            </a:defPPr>
            <a:lvl1pPr>
              <a:defRPr sz="3300" b="0">
                <a:solidFill>
                  <a:srgbClr val="243B32"/>
                </a:solidFill>
                <a:latin typeface="Georgia"/>
                <a:ea typeface="Georgia"/>
                <a:cs typeface="Georgia"/>
              </a:defRPr>
            </a:lvl1pPr>
            <a:lvl2pPr>
              <a:defRPr sz="3300" b="0">
                <a:solidFill>
                  <a:srgbClr val="243B32"/>
                </a:solidFill>
                <a:latin typeface="Georgia"/>
                <a:ea typeface="Georgia"/>
                <a:cs typeface="Georgia"/>
              </a:defRPr>
            </a:lvl2pPr>
            <a:lvl3pPr>
              <a:defRPr sz="3300" b="0">
                <a:solidFill>
                  <a:srgbClr val="243B32"/>
                </a:solidFill>
                <a:latin typeface="Georgia"/>
                <a:ea typeface="Georgia"/>
                <a:cs typeface="Georgia"/>
              </a:defRPr>
            </a:lvl3pPr>
            <a:lvl4pPr>
              <a:defRPr sz="3300" b="0">
                <a:solidFill>
                  <a:srgbClr val="243B32"/>
                </a:solidFill>
                <a:latin typeface="Georgia"/>
                <a:ea typeface="Georgia"/>
                <a:cs typeface="Georgia"/>
              </a:defRPr>
            </a:lvl4pPr>
            <a:lvl5pPr>
              <a:defRPr sz="3300" b="0">
                <a:solidFill>
                  <a:srgbClr val="243B32"/>
                </a:solidFill>
                <a:latin typeface="Georgia"/>
                <a:ea typeface="Georgia"/>
                <a:cs typeface="Georgia"/>
              </a:defRPr>
            </a:lvl5pPr>
            <a:lvl6pPr>
              <a:defRPr sz="3300" b="0">
                <a:solidFill>
                  <a:srgbClr val="243B32"/>
                </a:solidFill>
                <a:latin typeface="Georgia"/>
                <a:ea typeface="Georgia"/>
                <a:cs typeface="Georgia"/>
              </a:defRPr>
            </a:lvl6pPr>
            <a:lvl7pPr>
              <a:defRPr sz="3300" b="0">
                <a:solidFill>
                  <a:srgbClr val="243B32"/>
                </a:solidFill>
                <a:latin typeface="Georgia"/>
                <a:ea typeface="Georgia"/>
                <a:cs typeface="Georgia"/>
              </a:defRPr>
            </a:lvl7pPr>
            <a:lvl8pPr>
              <a:defRPr sz="3300" b="0">
                <a:solidFill>
                  <a:srgbClr val="243B32"/>
                </a:solidFill>
                <a:latin typeface="Georgia"/>
                <a:ea typeface="Georgia"/>
                <a:cs typeface="Georgia"/>
              </a:defRPr>
            </a:lvl8pPr>
            <a:lvl9pPr>
              <a:defRPr sz="3300" b="0">
                <a:solidFill>
                  <a:srgbClr val="243B32"/>
                </a:solidFill>
                <a:latin typeface="Georgia"/>
                <a:ea typeface="Georgia"/>
                <a:cs typeface="Georgia"/>
              </a:defRPr>
            </a:lvl9pPr>
          </a:lstStyle>
          <a:p xmlns:a="http://schemas.openxmlformats.org/drawingml/2006/main">
            <a:pPr>
              <a:defRPr sz="3300" b="0">
                <a:solidFill>
                  <a:srgbClr val="243B32"/>
                </a:solidFill>
                <a:latin typeface="Georgia"/>
                <a:ea typeface="Georgia"/>
                <a:cs typeface="Georgia"/>
              </a:defRPr>
            </a:pPr>
            <a:r>
              <a:rPr sz="3300" b="0">
                <a:solidFill>
                  <a:srgbClr val="243B32"/>
                </a:solidFill>
                <a:latin typeface="Georgia"/>
                <a:ea typeface="Georgia"/>
                <a:cs typeface="Georgia"/>
              </a:rPr>
              <a:t>Развитие qadam</a:t>
            </a:r>
          </a:p>
        </p:txBody>
      </p:sp>
      <p:sp>
        <p:nvSpPr>
          <p:cNvPr id="2" name="">
            <a:extLst xmlns:a="http://schemas.openxmlformats.org/drawingml/2006/main">
              <a:ext uri="{FF2B5EF4-FFF2-40B4-BE49-F238E27FC236}">
                <a16:creationId xmlns:a16="http://schemas.microsoft.com/office/drawing/2014/main" id="{EE0FBE7D-CF32-40A0-A2FB-60FC00554AD5}"/>
              </a:ext>
            </a:extLst>
          </p:cNvPr>
          <p:cNvSpPr>
            <a:spLocks xmlns:a="http://schemas.openxmlformats.org/drawingml/2006/main" noGrp="1"/>
          </p:cNvSpPr>
          <p:nvPr/>
        </p:nvSpPr>
        <p:spPr>
          <a:xfrm xmlns:a="http://schemas.openxmlformats.org/drawingml/2006/main">
            <a:off x="685800" y="63341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74F3B"/>
                </a:solidFill>
                <a:latin typeface="Georgia"/>
                <a:ea typeface="Georgia"/>
                <a:cs typeface="Georgia"/>
              </a:defRPr>
            </a:defPPr>
            <a:lvl1pPr>
              <a:defRPr sz="1650" b="1">
                <a:solidFill>
                  <a:srgbClr val="174F3B"/>
                </a:solidFill>
                <a:latin typeface="Georgia"/>
                <a:ea typeface="Georgia"/>
                <a:cs typeface="Georgia"/>
              </a:defRPr>
            </a:lvl1pPr>
            <a:lvl2pPr>
              <a:defRPr sz="1650" b="1">
                <a:solidFill>
                  <a:srgbClr val="174F3B"/>
                </a:solidFill>
                <a:latin typeface="Georgia"/>
                <a:ea typeface="Georgia"/>
                <a:cs typeface="Georgia"/>
              </a:defRPr>
            </a:lvl2pPr>
            <a:lvl3pPr>
              <a:defRPr sz="1650" b="1">
                <a:solidFill>
                  <a:srgbClr val="174F3B"/>
                </a:solidFill>
                <a:latin typeface="Georgia"/>
                <a:ea typeface="Georgia"/>
                <a:cs typeface="Georgia"/>
              </a:defRPr>
            </a:lvl3pPr>
            <a:lvl4pPr>
              <a:defRPr sz="1650" b="1">
                <a:solidFill>
                  <a:srgbClr val="174F3B"/>
                </a:solidFill>
                <a:latin typeface="Georgia"/>
                <a:ea typeface="Georgia"/>
                <a:cs typeface="Georgia"/>
              </a:defRPr>
            </a:lvl4pPr>
            <a:lvl5pPr>
              <a:defRPr sz="1650" b="1">
                <a:solidFill>
                  <a:srgbClr val="174F3B"/>
                </a:solidFill>
                <a:latin typeface="Georgia"/>
                <a:ea typeface="Georgia"/>
                <a:cs typeface="Georgia"/>
              </a:defRPr>
            </a:lvl5pPr>
            <a:lvl6pPr>
              <a:defRPr sz="1650" b="1">
                <a:solidFill>
                  <a:srgbClr val="174F3B"/>
                </a:solidFill>
                <a:latin typeface="Georgia"/>
                <a:ea typeface="Georgia"/>
                <a:cs typeface="Georgia"/>
              </a:defRPr>
            </a:lvl6pPr>
            <a:lvl7pPr>
              <a:defRPr sz="1650" b="1">
                <a:solidFill>
                  <a:srgbClr val="174F3B"/>
                </a:solidFill>
                <a:latin typeface="Georgia"/>
                <a:ea typeface="Georgia"/>
                <a:cs typeface="Georgia"/>
              </a:defRPr>
            </a:lvl7pPr>
            <a:lvl8pPr>
              <a:defRPr sz="1650" b="1">
                <a:solidFill>
                  <a:srgbClr val="174F3B"/>
                </a:solidFill>
                <a:latin typeface="Georgia"/>
                <a:ea typeface="Georgia"/>
                <a:cs typeface="Georgia"/>
              </a:defRPr>
            </a:lvl8pPr>
            <a:lvl9pPr>
              <a:defRPr sz="1650" b="1">
                <a:solidFill>
                  <a:srgbClr val="174F3B"/>
                </a:solidFill>
                <a:latin typeface="Georgia"/>
                <a:ea typeface="Georgia"/>
                <a:cs typeface="Georgia"/>
              </a:defRPr>
            </a:lvl9pPr>
          </a:lstStyle>
          <a:p xmlns:a="http://schemas.openxmlformats.org/drawingml/2006/main">
            <a:pPr>
              <a:defRPr sz="1650" b="1">
                <a:solidFill>
                  <a:srgbClr val="174F3B"/>
                </a:solidFill>
                <a:latin typeface="Georgia"/>
                <a:ea typeface="Georgia"/>
                <a:cs typeface="Georgia"/>
              </a:defRPr>
            </a:pPr>
            <a:r>
              <a:rPr sz="1650" b="1">
                <a:solidFill>
                  <a:srgbClr val="174F3B"/>
                </a:solidFill>
                <a:latin typeface="Georgia"/>
                <a:ea typeface="Georgia"/>
                <a:cs typeface="Georgia"/>
              </a:rPr>
              <a:t>qadam</a:t>
            </a:r>
          </a:p>
        </p:txBody>
      </p:sp>
      <p:sp>
        <p:nvSpPr>
          <p:cNvPr id="3" name="">
            <a:extLst xmlns:a="http://schemas.openxmlformats.org/drawingml/2006/main">
              <a:ext uri="{FF2B5EF4-FFF2-40B4-BE49-F238E27FC236}">
                <a16:creationId xmlns:a16="http://schemas.microsoft.com/office/drawing/2014/main" id="{828F4874-3674-49B2-9F80-5E50EE787DD9}"/>
              </a:ext>
            </a:extLst>
          </p:cNvPr>
          <p:cNvSpPr>
            <a:spLocks xmlns:a="http://schemas.openxmlformats.org/drawingml/2006/main" noGrp="1"/>
          </p:cNvSpPr>
          <p:nvPr/>
        </p:nvSpPr>
        <p:spPr>
          <a:xfrm xmlns:a="http://schemas.openxmlformats.org/drawingml/2006/main">
            <a:off x="110490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269"/>
                </a:solidFill>
                <a:latin typeface="Arial"/>
                <a:ea typeface="Arial"/>
                <a:cs typeface="Arial"/>
              </a:defRPr>
            </a:defPPr>
            <a:lvl1pPr>
              <a:defRPr sz="1350" b="0">
                <a:solidFill>
                  <a:srgbClr val="607269"/>
                </a:solidFill>
                <a:latin typeface="Arial"/>
                <a:ea typeface="Arial"/>
                <a:cs typeface="Arial"/>
              </a:defRPr>
            </a:lvl1pPr>
            <a:lvl2pPr>
              <a:defRPr sz="1350" b="0">
                <a:solidFill>
                  <a:srgbClr val="607269"/>
                </a:solidFill>
                <a:latin typeface="Arial"/>
                <a:ea typeface="Arial"/>
                <a:cs typeface="Arial"/>
              </a:defRPr>
            </a:lvl2pPr>
            <a:lvl3pPr>
              <a:defRPr sz="1350" b="0">
                <a:solidFill>
                  <a:srgbClr val="607269"/>
                </a:solidFill>
                <a:latin typeface="Arial"/>
                <a:ea typeface="Arial"/>
                <a:cs typeface="Arial"/>
              </a:defRPr>
            </a:lvl3pPr>
            <a:lvl4pPr>
              <a:defRPr sz="1350" b="0">
                <a:solidFill>
                  <a:srgbClr val="607269"/>
                </a:solidFill>
                <a:latin typeface="Arial"/>
                <a:ea typeface="Arial"/>
                <a:cs typeface="Arial"/>
              </a:defRPr>
            </a:lvl4pPr>
            <a:lvl5pPr>
              <a:defRPr sz="1350" b="0">
                <a:solidFill>
                  <a:srgbClr val="607269"/>
                </a:solidFill>
                <a:latin typeface="Arial"/>
                <a:ea typeface="Arial"/>
                <a:cs typeface="Arial"/>
              </a:defRPr>
            </a:lvl5pPr>
            <a:lvl6pPr>
              <a:defRPr sz="1350" b="0">
                <a:solidFill>
                  <a:srgbClr val="607269"/>
                </a:solidFill>
                <a:latin typeface="Arial"/>
                <a:ea typeface="Arial"/>
                <a:cs typeface="Arial"/>
              </a:defRPr>
            </a:lvl6pPr>
            <a:lvl7pPr>
              <a:defRPr sz="1350" b="0">
                <a:solidFill>
                  <a:srgbClr val="607269"/>
                </a:solidFill>
                <a:latin typeface="Arial"/>
                <a:ea typeface="Arial"/>
                <a:cs typeface="Arial"/>
              </a:defRPr>
            </a:lvl7pPr>
            <a:lvl8pPr>
              <a:defRPr sz="1350" b="0">
                <a:solidFill>
                  <a:srgbClr val="607269"/>
                </a:solidFill>
                <a:latin typeface="Arial"/>
                <a:ea typeface="Arial"/>
                <a:cs typeface="Arial"/>
              </a:defRPr>
            </a:lvl8pPr>
            <a:lvl9pPr>
              <a:defRPr sz="1350" b="0">
                <a:solidFill>
                  <a:srgbClr val="607269"/>
                </a:solidFill>
                <a:latin typeface="Arial"/>
                <a:ea typeface="Arial"/>
                <a:cs typeface="Arial"/>
              </a:defRPr>
            </a:lvl9pPr>
          </a:lstStyle>
          <a:p xmlns:a="http://schemas.openxmlformats.org/drawingml/2006/main">
            <a:pPr>
              <a:defRPr sz="1350" b="0">
                <a:solidFill>
                  <a:srgbClr val="607269"/>
                </a:solidFill>
                <a:latin typeface="Arial"/>
                <a:ea typeface="Arial"/>
                <a:cs typeface="Arial"/>
              </a:defRPr>
            </a:pPr>
            <a:r>
              <a:rPr sz="1350" b="0">
                <a:solidFill>
                  <a:srgbClr val="607269"/>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7F2AA690-53CC-42A8-B9A9-89E77F00FAA2}"/>
              </a:ext>
            </a:extLst>
          </p:cNvPr>
          <p:cNvSpPr>
            <a:spLocks xmlns:a="http://schemas.openxmlformats.org/drawingml/2006/main" noGrp="1"/>
          </p:cNvSpPr>
          <p:nvPr/>
        </p:nvSpPr>
        <p:spPr>
          <a:xfrm xmlns:a="http://schemas.openxmlformats.org/drawingml/2006/main">
            <a:off x="714375" y="1619250"/>
            <a:ext cx="528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174F3B"/>
                </a:solidFill>
                <a:latin typeface="Georgia"/>
                <a:ea typeface="Georgia"/>
                <a:cs typeface="Georgia"/>
              </a:defRPr>
            </a:defPPr>
            <a:lvl1pPr>
              <a:defRPr sz="2700" b="0">
                <a:solidFill>
                  <a:srgbClr val="174F3B"/>
                </a:solidFill>
                <a:latin typeface="Georgia"/>
                <a:ea typeface="Georgia"/>
                <a:cs typeface="Georgia"/>
              </a:defRPr>
            </a:lvl1pPr>
            <a:lvl2pPr>
              <a:defRPr sz="2700" b="0">
                <a:solidFill>
                  <a:srgbClr val="174F3B"/>
                </a:solidFill>
                <a:latin typeface="Georgia"/>
                <a:ea typeface="Georgia"/>
                <a:cs typeface="Georgia"/>
              </a:defRPr>
            </a:lvl2pPr>
            <a:lvl3pPr>
              <a:defRPr sz="2700" b="0">
                <a:solidFill>
                  <a:srgbClr val="174F3B"/>
                </a:solidFill>
                <a:latin typeface="Georgia"/>
                <a:ea typeface="Georgia"/>
                <a:cs typeface="Georgia"/>
              </a:defRPr>
            </a:lvl3pPr>
            <a:lvl4pPr>
              <a:defRPr sz="2700" b="0">
                <a:solidFill>
                  <a:srgbClr val="174F3B"/>
                </a:solidFill>
                <a:latin typeface="Georgia"/>
                <a:ea typeface="Georgia"/>
                <a:cs typeface="Georgia"/>
              </a:defRPr>
            </a:lvl4pPr>
            <a:lvl5pPr>
              <a:defRPr sz="2700" b="0">
                <a:solidFill>
                  <a:srgbClr val="174F3B"/>
                </a:solidFill>
                <a:latin typeface="Georgia"/>
                <a:ea typeface="Georgia"/>
                <a:cs typeface="Georgia"/>
              </a:defRPr>
            </a:lvl5pPr>
            <a:lvl6pPr>
              <a:defRPr sz="2700" b="0">
                <a:solidFill>
                  <a:srgbClr val="174F3B"/>
                </a:solidFill>
                <a:latin typeface="Georgia"/>
                <a:ea typeface="Georgia"/>
                <a:cs typeface="Georgia"/>
              </a:defRPr>
            </a:lvl6pPr>
            <a:lvl7pPr>
              <a:defRPr sz="2700" b="0">
                <a:solidFill>
                  <a:srgbClr val="174F3B"/>
                </a:solidFill>
                <a:latin typeface="Georgia"/>
                <a:ea typeface="Georgia"/>
                <a:cs typeface="Georgia"/>
              </a:defRPr>
            </a:lvl7pPr>
            <a:lvl8pPr>
              <a:defRPr sz="2700" b="0">
                <a:solidFill>
                  <a:srgbClr val="174F3B"/>
                </a:solidFill>
                <a:latin typeface="Georgia"/>
                <a:ea typeface="Georgia"/>
                <a:cs typeface="Georgia"/>
              </a:defRPr>
            </a:lvl8pPr>
            <a:lvl9pPr>
              <a:defRPr sz="2700" b="0">
                <a:solidFill>
                  <a:srgbClr val="174F3B"/>
                </a:solidFill>
                <a:latin typeface="Georgia"/>
                <a:ea typeface="Georgia"/>
                <a:cs typeface="Georgia"/>
              </a:defRPr>
            </a:lvl9pPr>
          </a:lstStyle>
          <a:p xmlns:a="http://schemas.openxmlformats.org/drawingml/2006/main">
            <a:pPr>
              <a:defRPr sz="2700" b="0">
                <a:solidFill>
                  <a:srgbClr val="174F3B"/>
                </a:solidFill>
                <a:latin typeface="Georgia"/>
                <a:ea typeface="Georgia"/>
                <a:cs typeface="Georgia"/>
              </a:defRPr>
            </a:pPr>
            <a:r>
              <a:rPr sz="2700" b="0">
                <a:solidFill>
                  <a:srgbClr val="174F3B"/>
                </a:solidFill>
                <a:latin typeface="Georgia"/>
                <a:ea typeface="Georgia"/>
                <a:cs typeface="Georgia"/>
              </a:rPr>
              <a:t>Продуктовая гипотеза</a:t>
            </a:r>
          </a:p>
        </p:txBody>
      </p:sp>
      <p:sp>
        <p:nvSpPr>
          <p:cNvPr id="5" name="">
            <a:extLst xmlns:a="http://schemas.openxmlformats.org/drawingml/2006/main">
              <a:ext uri="{FF2B5EF4-FFF2-40B4-BE49-F238E27FC236}">
                <a16:creationId xmlns:a16="http://schemas.microsoft.com/office/drawing/2014/main" id="{71D9679F-3371-4DF8-A4F1-799481F23341}"/>
              </a:ext>
            </a:extLst>
          </p:cNvPr>
          <p:cNvSpPr>
            <a:spLocks xmlns:a="http://schemas.openxmlformats.org/drawingml/2006/main" noGrp="1"/>
          </p:cNvSpPr>
          <p:nvPr/>
        </p:nvSpPr>
        <p:spPr>
          <a:xfrm xmlns:a="http://schemas.openxmlformats.org/drawingml/2006/main">
            <a:off x="733425" y="253365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43B32"/>
                </a:solidFill>
                <a:latin typeface="Arial"/>
                <a:ea typeface="Arial"/>
                <a:cs typeface="Arial"/>
              </a:defRPr>
            </a:defPPr>
            <a:lvl1pPr>
              <a:defRPr sz="2325" b="0">
                <a:solidFill>
                  <a:srgbClr val="243B32"/>
                </a:solidFill>
                <a:latin typeface="Arial"/>
                <a:ea typeface="Arial"/>
                <a:cs typeface="Arial"/>
              </a:defRPr>
            </a:lvl1pPr>
            <a:lvl2pPr>
              <a:defRPr sz="2325" b="0">
                <a:solidFill>
                  <a:srgbClr val="243B32"/>
                </a:solidFill>
                <a:latin typeface="Arial"/>
                <a:ea typeface="Arial"/>
                <a:cs typeface="Arial"/>
              </a:defRPr>
            </a:lvl2pPr>
            <a:lvl3pPr>
              <a:defRPr sz="2325" b="0">
                <a:solidFill>
                  <a:srgbClr val="243B32"/>
                </a:solidFill>
                <a:latin typeface="Arial"/>
                <a:ea typeface="Arial"/>
                <a:cs typeface="Arial"/>
              </a:defRPr>
            </a:lvl3pPr>
            <a:lvl4pPr>
              <a:defRPr sz="2325" b="0">
                <a:solidFill>
                  <a:srgbClr val="243B32"/>
                </a:solidFill>
                <a:latin typeface="Arial"/>
                <a:ea typeface="Arial"/>
                <a:cs typeface="Arial"/>
              </a:defRPr>
            </a:lvl4pPr>
            <a:lvl5pPr>
              <a:defRPr sz="2325" b="0">
                <a:solidFill>
                  <a:srgbClr val="243B32"/>
                </a:solidFill>
                <a:latin typeface="Arial"/>
                <a:ea typeface="Arial"/>
                <a:cs typeface="Arial"/>
              </a:defRPr>
            </a:lvl5pPr>
            <a:lvl6pPr>
              <a:defRPr sz="2325" b="0">
                <a:solidFill>
                  <a:srgbClr val="243B32"/>
                </a:solidFill>
                <a:latin typeface="Arial"/>
                <a:ea typeface="Arial"/>
                <a:cs typeface="Arial"/>
              </a:defRPr>
            </a:lvl6pPr>
            <a:lvl7pPr>
              <a:defRPr sz="2325" b="0">
                <a:solidFill>
                  <a:srgbClr val="243B32"/>
                </a:solidFill>
                <a:latin typeface="Arial"/>
                <a:ea typeface="Arial"/>
                <a:cs typeface="Arial"/>
              </a:defRPr>
            </a:lvl7pPr>
            <a:lvl8pPr>
              <a:defRPr sz="2325" b="0">
                <a:solidFill>
                  <a:srgbClr val="243B32"/>
                </a:solidFill>
                <a:latin typeface="Arial"/>
                <a:ea typeface="Arial"/>
                <a:cs typeface="Arial"/>
              </a:defRPr>
            </a:lvl8pPr>
            <a:lvl9pPr>
              <a:defRPr sz="2325" b="0">
                <a:solidFill>
                  <a:srgbClr val="243B32"/>
                </a:solidFill>
                <a:latin typeface="Arial"/>
                <a:ea typeface="Arial"/>
                <a:cs typeface="Arial"/>
              </a:defRPr>
            </a:lvl9pPr>
          </a:lstStyle>
          <a:p xmlns:a="http://schemas.openxmlformats.org/drawingml/2006/main">
            <a:pPr>
              <a:defRPr sz="2325" b="0">
                <a:solidFill>
                  <a:srgbClr val="243B32"/>
                </a:solidFill>
                <a:latin typeface="Arial"/>
                <a:ea typeface="Arial"/>
                <a:cs typeface="Arial"/>
              </a:defRPr>
            </a:pPr>
            <a:r>
              <a:rPr sz="2325" b="0">
                <a:solidFill>
                  <a:srgbClr val="243B32"/>
                </a:solidFill>
                <a:latin typeface="Arial"/>
                <a:ea typeface="Arial"/>
                <a:cs typeface="Arial"/>
              </a:rPr>
              <a:t>Помочь человеку быстро выбрать</a:t>
            </a:r>
          </a:p>
          <a:p xmlns:a="http://schemas.openxmlformats.org/drawingml/2006/main">
            <a:pPr>
              <a:defRPr sz="2325" b="0">
                <a:solidFill>
                  <a:srgbClr val="243B32"/>
                </a:solidFill>
                <a:latin typeface="Arial"/>
                <a:ea typeface="Arial"/>
                <a:cs typeface="Arial"/>
              </a:defRPr>
            </a:pPr>
            <a:r>
              <a:rPr sz="2325" b="0">
                <a:solidFill>
                  <a:srgbClr val="243B32"/>
                </a:solidFill>
                <a:latin typeface="Arial"/>
                <a:ea typeface="Arial"/>
                <a:cs typeface="Arial"/>
              </a:rPr>
              <a:t>посещение рядом с собой</a:t>
            </a:r>
          </a:p>
        </p:txBody>
      </p:sp>
      <p:sp>
        <p:nvSpPr>
          <p:cNvPr id="6" name="">
            <a:extLst xmlns:a="http://schemas.openxmlformats.org/drawingml/2006/main">
              <a:ext uri="{FF2B5EF4-FFF2-40B4-BE49-F238E27FC236}">
                <a16:creationId xmlns:a16="http://schemas.microsoft.com/office/drawing/2014/main" id="{3D2985A5-07B4-47E0-8845-C808D98A8CF0}"/>
              </a:ext>
            </a:extLst>
          </p:cNvPr>
          <p:cNvSpPr>
            <a:spLocks xmlns:a="http://schemas.openxmlformats.org/drawingml/2006/main" noGrp="1"/>
          </p:cNvSpPr>
          <p:nvPr/>
        </p:nvSpPr>
        <p:spPr>
          <a:xfrm xmlns:a="http://schemas.openxmlformats.org/drawingml/2006/main">
            <a:off x="733425" y="4067175"/>
            <a:ext cx="50958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269"/>
                </a:solidFill>
                <a:latin typeface="Arial"/>
                <a:ea typeface="Arial"/>
                <a:cs typeface="Arial"/>
              </a:defRPr>
            </a:defPPr>
            <a:lvl1pPr>
              <a:defRPr sz="2025" b="0">
                <a:solidFill>
                  <a:srgbClr val="607269"/>
                </a:solidFill>
                <a:latin typeface="Arial"/>
                <a:ea typeface="Arial"/>
                <a:cs typeface="Arial"/>
              </a:defRPr>
            </a:lvl1pPr>
            <a:lvl2pPr>
              <a:defRPr sz="2025" b="0">
                <a:solidFill>
                  <a:srgbClr val="607269"/>
                </a:solidFill>
                <a:latin typeface="Arial"/>
                <a:ea typeface="Arial"/>
                <a:cs typeface="Arial"/>
              </a:defRPr>
            </a:lvl2pPr>
            <a:lvl3pPr>
              <a:defRPr sz="2025" b="0">
                <a:solidFill>
                  <a:srgbClr val="607269"/>
                </a:solidFill>
                <a:latin typeface="Arial"/>
                <a:ea typeface="Arial"/>
                <a:cs typeface="Arial"/>
              </a:defRPr>
            </a:lvl3pPr>
            <a:lvl4pPr>
              <a:defRPr sz="2025" b="0">
                <a:solidFill>
                  <a:srgbClr val="607269"/>
                </a:solidFill>
                <a:latin typeface="Arial"/>
                <a:ea typeface="Arial"/>
                <a:cs typeface="Arial"/>
              </a:defRPr>
            </a:lvl4pPr>
            <a:lvl5pPr>
              <a:defRPr sz="2025" b="0">
                <a:solidFill>
                  <a:srgbClr val="607269"/>
                </a:solidFill>
                <a:latin typeface="Arial"/>
                <a:ea typeface="Arial"/>
                <a:cs typeface="Arial"/>
              </a:defRPr>
            </a:lvl5pPr>
            <a:lvl6pPr>
              <a:defRPr sz="2025" b="0">
                <a:solidFill>
                  <a:srgbClr val="607269"/>
                </a:solidFill>
                <a:latin typeface="Arial"/>
                <a:ea typeface="Arial"/>
                <a:cs typeface="Arial"/>
              </a:defRPr>
            </a:lvl6pPr>
            <a:lvl7pPr>
              <a:defRPr sz="2025" b="0">
                <a:solidFill>
                  <a:srgbClr val="607269"/>
                </a:solidFill>
                <a:latin typeface="Arial"/>
                <a:ea typeface="Arial"/>
                <a:cs typeface="Arial"/>
              </a:defRPr>
            </a:lvl7pPr>
            <a:lvl8pPr>
              <a:defRPr sz="2025" b="0">
                <a:solidFill>
                  <a:srgbClr val="607269"/>
                </a:solidFill>
                <a:latin typeface="Arial"/>
                <a:ea typeface="Arial"/>
                <a:cs typeface="Arial"/>
              </a:defRPr>
            </a:lvl8pPr>
            <a:lvl9pPr>
              <a:defRPr sz="2025" b="0">
                <a:solidFill>
                  <a:srgbClr val="607269"/>
                </a:solidFill>
                <a:latin typeface="Arial"/>
                <a:ea typeface="Arial"/>
                <a:cs typeface="Arial"/>
              </a:defRPr>
            </a:lvl9pPr>
          </a:lstStyle>
          <a:p xmlns:a="http://schemas.openxmlformats.org/drawingml/2006/main">
            <a:pPr>
              <a:defRPr sz="2025" b="0">
                <a:solidFill>
                  <a:srgbClr val="607269"/>
                </a:solidFill>
                <a:latin typeface="Arial"/>
                <a:ea typeface="Arial"/>
                <a:cs typeface="Arial"/>
              </a:defRPr>
            </a:pPr>
            <a:r>
              <a:rPr sz="2025" b="0">
                <a:solidFill>
                  <a:srgbClr val="607269"/>
                </a:solidFill>
                <a:latin typeface="Arial"/>
                <a:ea typeface="Arial"/>
                <a:cs typeface="Arial"/>
              </a:rPr>
              <a:t>Партнерские переходы и решения</a:t>
            </a:r>
          </a:p>
          <a:p xmlns:a="http://schemas.openxmlformats.org/drawingml/2006/main">
            <a:pPr>
              <a:defRPr sz="2025" b="0">
                <a:solidFill>
                  <a:srgbClr val="607269"/>
                </a:solidFill>
                <a:latin typeface="Arial"/>
                <a:ea typeface="Arial"/>
                <a:cs typeface="Arial"/>
              </a:defRPr>
            </a:pPr>
            <a:r>
              <a:rPr sz="2025" b="0">
                <a:solidFill>
                  <a:srgbClr val="607269"/>
                </a:solidFill>
                <a:latin typeface="Arial"/>
                <a:ea typeface="Arial"/>
                <a:cs typeface="Arial"/>
              </a:rPr>
              <a:t>для отелей и городских сервисов.</a:t>
            </a:r>
          </a:p>
          <a:p xmlns:a="http://schemas.openxmlformats.org/drawingml/2006/main">
            <a:pPr>
              <a:defRPr sz="2025" b="0">
                <a:solidFill>
                  <a:srgbClr val="607269"/>
                </a:solidFill>
                <a:latin typeface="Arial"/>
                <a:ea typeface="Arial"/>
                <a:cs typeface="Arial"/>
              </a:defRPr>
            </a:pPr>
            <a:r>
              <a:rPr sz="2025" b="0">
                <a:solidFill>
                  <a:srgbClr val="607269"/>
                </a:solidFill>
                <a:latin typeface="Arial"/>
                <a:ea typeface="Arial"/>
                <a:cs typeface="Arial"/>
              </a:rPr>
              <a:t>Спрос и экономика еще не проверены</a:t>
            </a:r>
          </a:p>
        </p:txBody>
      </p:sp>
      <p:sp>
        <p:nvSpPr>
          <p:cNvPr id="7" name="">
            <a:extLst xmlns:a="http://schemas.openxmlformats.org/drawingml/2006/main">
              <a:ext uri="{FF2B5EF4-FFF2-40B4-BE49-F238E27FC236}">
                <a16:creationId xmlns:a16="http://schemas.microsoft.com/office/drawing/2014/main" id="{4C674C18-44E2-4C1F-A685-58316303CA8B}"/>
              </a:ext>
            </a:extLst>
          </p:cNvPr>
          <p:cNvSpPr>
            <a:spLocks xmlns:a="http://schemas.openxmlformats.org/drawingml/2006/main" noGrp="1"/>
          </p:cNvSpPr>
          <p:nvPr/>
        </p:nvSpPr>
        <p:spPr>
          <a:xfrm xmlns:a="http://schemas.openxmlformats.org/drawingml/2006/main">
            <a:off x="6858000" y="1619250"/>
            <a:ext cx="461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174F3B"/>
                </a:solidFill>
                <a:latin typeface="Georgia"/>
                <a:ea typeface="Georgia"/>
                <a:cs typeface="Georgia"/>
              </a:defRPr>
            </a:defPPr>
            <a:lvl1pPr>
              <a:defRPr sz="2700" b="0">
                <a:solidFill>
                  <a:srgbClr val="174F3B"/>
                </a:solidFill>
                <a:latin typeface="Georgia"/>
                <a:ea typeface="Georgia"/>
                <a:cs typeface="Georgia"/>
              </a:defRPr>
            </a:lvl1pPr>
            <a:lvl2pPr>
              <a:defRPr sz="2700" b="0">
                <a:solidFill>
                  <a:srgbClr val="174F3B"/>
                </a:solidFill>
                <a:latin typeface="Georgia"/>
                <a:ea typeface="Georgia"/>
                <a:cs typeface="Georgia"/>
              </a:defRPr>
            </a:lvl2pPr>
            <a:lvl3pPr>
              <a:defRPr sz="2700" b="0">
                <a:solidFill>
                  <a:srgbClr val="174F3B"/>
                </a:solidFill>
                <a:latin typeface="Georgia"/>
                <a:ea typeface="Georgia"/>
                <a:cs typeface="Georgia"/>
              </a:defRPr>
            </a:lvl3pPr>
            <a:lvl4pPr>
              <a:defRPr sz="2700" b="0">
                <a:solidFill>
                  <a:srgbClr val="174F3B"/>
                </a:solidFill>
                <a:latin typeface="Georgia"/>
                <a:ea typeface="Georgia"/>
                <a:cs typeface="Georgia"/>
              </a:defRPr>
            </a:lvl4pPr>
            <a:lvl5pPr>
              <a:defRPr sz="2700" b="0">
                <a:solidFill>
                  <a:srgbClr val="174F3B"/>
                </a:solidFill>
                <a:latin typeface="Georgia"/>
                <a:ea typeface="Georgia"/>
                <a:cs typeface="Georgia"/>
              </a:defRPr>
            </a:lvl5pPr>
            <a:lvl6pPr>
              <a:defRPr sz="2700" b="0">
                <a:solidFill>
                  <a:srgbClr val="174F3B"/>
                </a:solidFill>
                <a:latin typeface="Georgia"/>
                <a:ea typeface="Georgia"/>
                <a:cs typeface="Georgia"/>
              </a:defRPr>
            </a:lvl6pPr>
            <a:lvl7pPr>
              <a:defRPr sz="2700" b="0">
                <a:solidFill>
                  <a:srgbClr val="174F3B"/>
                </a:solidFill>
                <a:latin typeface="Georgia"/>
                <a:ea typeface="Georgia"/>
                <a:cs typeface="Georgia"/>
              </a:defRPr>
            </a:lvl7pPr>
            <a:lvl8pPr>
              <a:defRPr sz="2700" b="0">
                <a:solidFill>
                  <a:srgbClr val="174F3B"/>
                </a:solidFill>
                <a:latin typeface="Georgia"/>
                <a:ea typeface="Georgia"/>
                <a:cs typeface="Georgia"/>
              </a:defRPr>
            </a:lvl8pPr>
            <a:lvl9pPr>
              <a:defRPr sz="2700" b="0">
                <a:solidFill>
                  <a:srgbClr val="174F3B"/>
                </a:solidFill>
                <a:latin typeface="Georgia"/>
                <a:ea typeface="Georgia"/>
                <a:cs typeface="Georgia"/>
              </a:defRPr>
            </a:lvl9pPr>
          </a:lstStyle>
          <a:p xmlns:a="http://schemas.openxmlformats.org/drawingml/2006/main">
            <a:pPr>
              <a:defRPr sz="2700" b="0">
                <a:solidFill>
                  <a:srgbClr val="174F3B"/>
                </a:solidFill>
                <a:latin typeface="Georgia"/>
                <a:ea typeface="Georgia"/>
                <a:cs typeface="Georgia"/>
              </a:defRPr>
            </a:pPr>
            <a:r>
              <a:rPr sz="2700" b="0">
                <a:solidFill>
                  <a:srgbClr val="174F3B"/>
                </a:solidFill>
                <a:latin typeface="Georgia"/>
                <a:ea typeface="Georgia"/>
                <a:cs typeface="Georgia"/>
              </a:rPr>
              <a:t>Следующие этапы</a:t>
            </a:r>
          </a:p>
        </p:txBody>
      </p:sp>
      <p:sp>
        <p:nvSpPr>
          <p:cNvPr id="8" name="">
            <a:extLst xmlns:a="http://schemas.openxmlformats.org/drawingml/2006/main">
              <a:ext uri="{FF2B5EF4-FFF2-40B4-BE49-F238E27FC236}">
                <a16:creationId xmlns:a16="http://schemas.microsoft.com/office/drawing/2014/main" id="{7371A11B-7B8F-40EE-B32A-0795302070F0}"/>
              </a:ext>
            </a:extLst>
          </p:cNvPr>
          <p:cNvSpPr>
            <a:spLocks xmlns:a="http://schemas.openxmlformats.org/drawingml/2006/main" noGrp="1"/>
          </p:cNvSpPr>
          <p:nvPr/>
        </p:nvSpPr>
        <p:spPr>
          <a:xfrm xmlns:a="http://schemas.openxmlformats.org/drawingml/2006/main">
            <a:off x="6877050" y="2533650"/>
            <a:ext cx="45720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B32"/>
                </a:solidFill>
                <a:latin typeface="Arial"/>
                <a:ea typeface="Arial"/>
                <a:cs typeface="Arial"/>
              </a:defRPr>
            </a:defPPr>
            <a:lvl1pPr>
              <a:defRPr sz="2175" b="0">
                <a:solidFill>
                  <a:srgbClr val="243B32"/>
                </a:solidFill>
                <a:latin typeface="Arial"/>
                <a:ea typeface="Arial"/>
                <a:cs typeface="Arial"/>
              </a:defRPr>
            </a:lvl1pPr>
            <a:lvl2pPr>
              <a:defRPr sz="2175" b="0">
                <a:solidFill>
                  <a:srgbClr val="243B32"/>
                </a:solidFill>
                <a:latin typeface="Arial"/>
                <a:ea typeface="Arial"/>
                <a:cs typeface="Arial"/>
              </a:defRPr>
            </a:lvl2pPr>
            <a:lvl3pPr>
              <a:defRPr sz="2175" b="0">
                <a:solidFill>
                  <a:srgbClr val="243B32"/>
                </a:solidFill>
                <a:latin typeface="Arial"/>
                <a:ea typeface="Arial"/>
                <a:cs typeface="Arial"/>
              </a:defRPr>
            </a:lvl3pPr>
            <a:lvl4pPr>
              <a:defRPr sz="2175" b="0">
                <a:solidFill>
                  <a:srgbClr val="243B32"/>
                </a:solidFill>
                <a:latin typeface="Arial"/>
                <a:ea typeface="Arial"/>
                <a:cs typeface="Arial"/>
              </a:defRPr>
            </a:lvl4pPr>
            <a:lvl5pPr>
              <a:defRPr sz="2175" b="0">
                <a:solidFill>
                  <a:srgbClr val="243B32"/>
                </a:solidFill>
                <a:latin typeface="Arial"/>
                <a:ea typeface="Arial"/>
                <a:cs typeface="Arial"/>
              </a:defRPr>
            </a:lvl5pPr>
            <a:lvl6pPr>
              <a:defRPr sz="2175" b="0">
                <a:solidFill>
                  <a:srgbClr val="243B32"/>
                </a:solidFill>
                <a:latin typeface="Arial"/>
                <a:ea typeface="Arial"/>
                <a:cs typeface="Arial"/>
              </a:defRPr>
            </a:lvl6pPr>
            <a:lvl7pPr>
              <a:defRPr sz="2175" b="0">
                <a:solidFill>
                  <a:srgbClr val="243B32"/>
                </a:solidFill>
                <a:latin typeface="Arial"/>
                <a:ea typeface="Arial"/>
                <a:cs typeface="Arial"/>
              </a:defRPr>
            </a:lvl7pPr>
            <a:lvl8pPr>
              <a:defRPr sz="2175" b="0">
                <a:solidFill>
                  <a:srgbClr val="243B32"/>
                </a:solidFill>
                <a:latin typeface="Arial"/>
                <a:ea typeface="Arial"/>
                <a:cs typeface="Arial"/>
              </a:defRPr>
            </a:lvl8pPr>
            <a:lvl9pPr>
              <a:defRPr sz="2175" b="0">
                <a:solidFill>
                  <a:srgbClr val="243B32"/>
                </a:solidFill>
                <a:latin typeface="Arial"/>
                <a:ea typeface="Arial"/>
                <a:cs typeface="Arial"/>
              </a:defRPr>
            </a:lvl9pPr>
          </a:lstStyle>
          <a:p xmlns:a="http://schemas.openxmlformats.org/drawingml/2006/main">
            <a:pPr>
              <a:defRPr sz="2175" b="0">
                <a:solidFill>
                  <a:srgbClr val="243B32"/>
                </a:solidFill>
                <a:latin typeface="Arial"/>
                <a:ea typeface="Arial"/>
                <a:cs typeface="Arial"/>
              </a:defRPr>
            </a:pPr>
            <a:r>
              <a:rPr sz="2175" b="0">
                <a:solidFill>
                  <a:srgbClr val="243B32"/>
                </a:solidFill>
                <a:latin typeface="Arial"/>
                <a:ea typeface="Arial"/>
                <a:cs typeface="Arial"/>
              </a:rPr>
              <a:t>Проверка каталога и входов</a:t>
            </a:r>
          </a:p>
          <a:p xmlns:a="http://schemas.openxmlformats.org/drawingml/2006/main">
            <a:pPr>
              <a:defRPr sz="2175" b="0">
                <a:solidFill>
                  <a:srgbClr val="243B32"/>
                </a:solidFill>
                <a:latin typeface="Arial"/>
                <a:ea typeface="Arial"/>
                <a:cs typeface="Arial"/>
              </a:defRPr>
            </a:pPr>
            <a:r>
              <a:rPr sz="2175" b="0">
                <a:solidFill>
                  <a:srgbClr val="243B32"/>
                </a:solidFill>
                <a:latin typeface="Arial"/>
                <a:ea typeface="Arial"/>
                <a:cs typeface="Arial"/>
              </a:rPr>
              <a:t>Пешеходная маршрутизация</a:t>
            </a:r>
          </a:p>
          <a:p xmlns:a="http://schemas.openxmlformats.org/drawingml/2006/main">
            <a:pPr>
              <a:defRPr sz="2175" b="0">
                <a:solidFill>
                  <a:srgbClr val="243B32"/>
                </a:solidFill>
                <a:latin typeface="Arial"/>
                <a:ea typeface="Arial"/>
                <a:cs typeface="Arial"/>
              </a:defRPr>
            </a:pPr>
            <a:r>
              <a:rPr sz="2175" b="0">
                <a:solidFill>
                  <a:srgbClr val="243B32"/>
                </a:solidFill>
                <a:latin typeface="Arial"/>
                <a:ea typeface="Arial"/>
                <a:cs typeface="Arial"/>
              </a:rPr>
              <a:t>Разрешенные API событий</a:t>
            </a:r>
          </a:p>
          <a:p xmlns:a="http://schemas.openxmlformats.org/drawingml/2006/main">
            <a:pPr>
              <a:defRPr sz="2175" b="0">
                <a:solidFill>
                  <a:srgbClr val="243B32"/>
                </a:solidFill>
                <a:latin typeface="Arial"/>
                <a:ea typeface="Arial"/>
                <a:cs typeface="Arial"/>
              </a:defRPr>
            </a:pPr>
            <a:r>
              <a:rPr sz="2175" b="0">
                <a:solidFill>
                  <a:srgbClr val="243B32"/>
                </a:solidFill>
                <a:latin typeface="Arial"/>
                <a:ea typeface="Arial"/>
                <a:cs typeface="Arial"/>
              </a:rPr>
              <a:t>Пилот с пользователями</a:t>
            </a:r>
          </a:p>
        </p:txBody>
      </p:sp>
      <p:sp>
        <p:nvSpPr>
          <p:cNvPr id="9" name="">
            <a:extLst xmlns:a="http://schemas.openxmlformats.org/drawingml/2006/main">
              <a:ext uri="{FF2B5EF4-FFF2-40B4-BE49-F238E27FC236}">
                <a16:creationId xmlns:a16="http://schemas.microsoft.com/office/drawing/2014/main" id="{DCDB3ABA-D14A-4659-A129-EA03CD1ADEEF}"/>
              </a:ext>
            </a:extLst>
          </p:cNvPr>
          <p:cNvSpPr>
            <a:spLocks xmlns:a="http://schemas.openxmlformats.org/drawingml/2006/main" noGrp="1"/>
          </p:cNvSpPr>
          <p:nvPr/>
        </p:nvSpPr>
        <p:spPr>
          <a:xfrm xmlns:a="http://schemas.openxmlformats.org/drawingml/2006/main">
            <a:off x="6877050" y="5191125"/>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269"/>
                </a:solidFill>
                <a:latin typeface="Arial"/>
                <a:ea typeface="Arial"/>
                <a:cs typeface="Arial"/>
              </a:defRPr>
            </a:defPPr>
            <a:lvl1pPr>
              <a:defRPr sz="1725" b="0">
                <a:solidFill>
                  <a:srgbClr val="607269"/>
                </a:solidFill>
                <a:latin typeface="Arial"/>
                <a:ea typeface="Arial"/>
                <a:cs typeface="Arial"/>
              </a:defRPr>
            </a:lvl1pPr>
            <a:lvl2pPr>
              <a:defRPr sz="1725" b="0">
                <a:solidFill>
                  <a:srgbClr val="607269"/>
                </a:solidFill>
                <a:latin typeface="Arial"/>
                <a:ea typeface="Arial"/>
                <a:cs typeface="Arial"/>
              </a:defRPr>
            </a:lvl2pPr>
            <a:lvl3pPr>
              <a:defRPr sz="1725" b="0">
                <a:solidFill>
                  <a:srgbClr val="607269"/>
                </a:solidFill>
                <a:latin typeface="Arial"/>
                <a:ea typeface="Arial"/>
                <a:cs typeface="Arial"/>
              </a:defRPr>
            </a:lvl3pPr>
            <a:lvl4pPr>
              <a:defRPr sz="1725" b="0">
                <a:solidFill>
                  <a:srgbClr val="607269"/>
                </a:solidFill>
                <a:latin typeface="Arial"/>
                <a:ea typeface="Arial"/>
                <a:cs typeface="Arial"/>
              </a:defRPr>
            </a:lvl4pPr>
            <a:lvl5pPr>
              <a:defRPr sz="1725" b="0">
                <a:solidFill>
                  <a:srgbClr val="607269"/>
                </a:solidFill>
                <a:latin typeface="Arial"/>
                <a:ea typeface="Arial"/>
                <a:cs typeface="Arial"/>
              </a:defRPr>
            </a:lvl5pPr>
            <a:lvl6pPr>
              <a:defRPr sz="1725" b="0">
                <a:solidFill>
                  <a:srgbClr val="607269"/>
                </a:solidFill>
                <a:latin typeface="Arial"/>
                <a:ea typeface="Arial"/>
                <a:cs typeface="Arial"/>
              </a:defRPr>
            </a:lvl6pPr>
            <a:lvl7pPr>
              <a:defRPr sz="1725" b="0">
                <a:solidFill>
                  <a:srgbClr val="607269"/>
                </a:solidFill>
                <a:latin typeface="Arial"/>
                <a:ea typeface="Arial"/>
                <a:cs typeface="Arial"/>
              </a:defRPr>
            </a:lvl7pPr>
            <a:lvl8pPr>
              <a:defRPr sz="1725" b="0">
                <a:solidFill>
                  <a:srgbClr val="607269"/>
                </a:solidFill>
                <a:latin typeface="Arial"/>
                <a:ea typeface="Arial"/>
                <a:cs typeface="Arial"/>
              </a:defRPr>
            </a:lvl8pPr>
            <a:lvl9pPr>
              <a:defRPr sz="1725" b="0">
                <a:solidFill>
                  <a:srgbClr val="607269"/>
                </a:solidFill>
                <a:latin typeface="Arial"/>
                <a:ea typeface="Arial"/>
                <a:cs typeface="Arial"/>
              </a:defRPr>
            </a:lvl9pPr>
          </a:lstStyle>
          <a:p xmlns:a="http://schemas.openxmlformats.org/drawingml/2006/main">
            <a:pPr>
              <a:defRPr sz="1725" b="0">
                <a:solidFill>
                  <a:srgbClr val="607269"/>
                </a:solidFill>
                <a:latin typeface="Arial"/>
                <a:ea typeface="Arial"/>
                <a:cs typeface="Arial"/>
              </a:defRPr>
            </a:pPr>
            <a:r>
              <a:rPr sz="1725" b="0">
                <a:solidFill>
                  <a:srgbClr val="607269"/>
                </a:solidFill>
                <a:latin typeface="Arial"/>
                <a:ea typeface="Arial"/>
                <a:cs typeface="Arial"/>
              </a:rPr>
              <a:t>Коммерческие рекомендации</a:t>
            </a:r>
          </a:p>
          <a:p xmlns:a="http://schemas.openxmlformats.org/drawingml/2006/main">
            <a:pPr>
              <a:defRPr sz="1725" b="0">
                <a:solidFill>
                  <a:srgbClr val="607269"/>
                </a:solidFill>
                <a:latin typeface="Arial"/>
                <a:ea typeface="Arial"/>
                <a:cs typeface="Arial"/>
              </a:defRPr>
            </a:pPr>
            <a:r>
              <a:rPr sz="1725" b="0">
                <a:solidFill>
                  <a:srgbClr val="607269"/>
                </a:solidFill>
                <a:latin typeface="Arial"/>
                <a:ea typeface="Arial"/>
                <a:cs typeface="Arial"/>
              </a:rPr>
              <a:t>нуждаются в явной маркировке</a:t>
            </a:r>
          </a:p>
        </p:txBody>
      </p:sp>
    </p:spTree>
    <p:extLst>
      <p:ext uri="{BB962C8B-B14F-4D97-AF65-F5344CB8AC3E}">
        <p14:creationId xmlns:p14="http://schemas.microsoft.com/office/powerpoint/2010/main" val="5852449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2026-10-17T21:08:35.4450000Z</dcterms:created>
  <dcterms:modified xsi:type="dcterms:W3CDTF">2026-10-17T21:08:35.4450000Z</dcterms:modified>
</coreProperties>
</file>